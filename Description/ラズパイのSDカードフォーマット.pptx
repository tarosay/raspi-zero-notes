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358" r:id="rId4"/>
    <p:sldId id="359" r:id="rId5"/>
    <p:sldId id="360" r:id="rId6"/>
    <p:sldId id="361" r:id="rId7"/>
    <p:sldId id="362" r:id="rId8"/>
    <p:sldId id="363" r:id="rId9"/>
    <p:sldId id="337" r:id="rId10"/>
    <p:sldId id="365" r:id="rId11"/>
    <p:sldId id="366" r:id="rId12"/>
    <p:sldId id="367" r:id="rId13"/>
    <p:sldId id="3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55"/>
    <a:srgbClr val="0099CC"/>
    <a:srgbClr val="E14656"/>
    <a:srgbClr val="E94DDE"/>
    <a:srgbClr val="D81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54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81CE2F-C574-80EF-5747-A92457317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CC861-648D-50B6-79A1-796C5B0E9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88713-E174-4349-BFC4-6EFC114B3E0D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8F0F4A-93A0-8D92-22DF-51D7770981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0CE2EE-2AF9-65D1-6C76-6E49B155D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F71E-24F8-4536-B10D-00B5069AB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619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79676-017F-4568-8715-BF0D48585B75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E46A-F822-46B9-A4CB-87818B506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38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4370-40FB-475F-AD35-CCD4FDE424B7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79D7-5AA5-4850-AE45-29A9A0ECEB48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7536-DA5F-41C6-BBF2-6E35F87A6142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7B27-C5D8-4894-9ECE-7FC7B5F04ED5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0E33-C8D2-41C6-B6C1-47F2281F6D72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4174-3442-44AC-B510-D8FCDCC14897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1262-BE2C-4389-9868-E899A79A9057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C13C-BEA9-486C-BF5B-2BEBA009AB8D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6BE3-A662-4CEE-BA9F-FD2A46736EFF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EC3-7B9D-47FF-80B4-13DE00F0F654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389E-81A3-42C6-BF38-21D0E5195125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483B-2E20-4D3E-BE06-DCF4256A9BB0}" type="datetime1">
              <a:rPr lang="en-US" altLang="ja-JP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dcard.org/ja/downloads-2/formatter-2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676" y="2160958"/>
            <a:ext cx="74366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ラズパイの</a:t>
            </a:r>
            <a:r>
              <a:rPr lang="en-US" altLang="ja-JP" sz="3600" dirty="0"/>
              <a:t>SD</a:t>
            </a:r>
            <a:r>
              <a:rPr lang="ja-JP" altLang="en-US" sz="3600" dirty="0"/>
              <a:t>カードをフォーマットする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36234-9633-ABEB-F534-67AA9ED0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994611-456C-0B5B-7AF2-C67AE47499A1}"/>
              </a:ext>
            </a:extLst>
          </p:cNvPr>
          <p:cNvSpPr txBox="1"/>
          <p:nvPr/>
        </p:nvSpPr>
        <p:spPr>
          <a:xfrm>
            <a:off x="2077599" y="3436311"/>
            <a:ext cx="49888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ラズパイのシステムを入れた</a:t>
            </a:r>
            <a:r>
              <a:rPr kumimoji="1" lang="en-US" altLang="ja-JP" sz="2000" dirty="0"/>
              <a:t>SD</a:t>
            </a:r>
            <a:r>
              <a:rPr kumimoji="1" lang="ja-JP" altLang="en-US" sz="2000" dirty="0"/>
              <a:t>カードは、</a:t>
            </a:r>
          </a:p>
          <a:p>
            <a:pPr algn="ctr"/>
            <a:r>
              <a:rPr kumimoji="1" lang="en-US" altLang="ja-JP" sz="2000" dirty="0"/>
              <a:t>Windows</a:t>
            </a:r>
            <a:r>
              <a:rPr kumimoji="1" lang="ja-JP" altLang="en-US" sz="2000" dirty="0"/>
              <a:t>で正しく動作しないことが多いので、</a:t>
            </a:r>
          </a:p>
          <a:p>
            <a:pPr algn="ctr"/>
            <a:r>
              <a:rPr kumimoji="1" lang="en-US" altLang="ja-JP" sz="2000" dirty="0"/>
              <a:t>SD</a:t>
            </a:r>
            <a:r>
              <a:rPr kumimoji="1" lang="ja-JP" altLang="en-US" sz="2000" dirty="0"/>
              <a:t>カードのフォーマットの方法を説明します。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CC287C0-C53F-994A-89EC-708FB63FB3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6066" y="1646370"/>
            <a:ext cx="6433934" cy="489254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0D83EDFA-7E23-168B-AB06-849DE1EAC67B}"/>
              </a:ext>
            </a:extLst>
          </p:cNvPr>
          <p:cNvSpPr txBox="1"/>
          <p:nvPr/>
        </p:nvSpPr>
        <p:spPr>
          <a:xfrm>
            <a:off x="438886" y="886132"/>
            <a:ext cx="69499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400" dirty="0">
                <a:hlinkClick r:id="rId3"/>
              </a:rPr>
              <a:t>https://www.sdcard.org/ja/downloads-2/formatter-2/</a:t>
            </a:r>
            <a:endParaRPr lang="ja-JP" altLang="en-US" sz="2400" dirty="0"/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A083309F-42C7-558C-1329-8F2CA789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CEF9592-DA40-D5A5-7F2C-04CDEBC3C0F1}"/>
              </a:ext>
            </a:extLst>
          </p:cNvPr>
          <p:cNvSpPr/>
          <p:nvPr/>
        </p:nvSpPr>
        <p:spPr>
          <a:xfrm>
            <a:off x="1524000" y="3429000"/>
            <a:ext cx="2567233" cy="75197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7181908-B1B2-C95A-D1A0-42F3592CB8CB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3472873" y="778802"/>
            <a:ext cx="1099125" cy="25832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8CB4-439F-C53E-C1C3-D4787589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3F382A2-6954-CC6F-F7B8-E564A50C386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105" y="979055"/>
            <a:ext cx="6447895" cy="54936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75A117-6F46-EADA-9D29-853C2EDB0E71}"/>
              </a:ext>
            </a:extLst>
          </p:cNvPr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0BE7488-4CEE-30E7-599C-FC671760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1D939DA-96BE-7797-F486-D5CF430781DB}"/>
              </a:ext>
            </a:extLst>
          </p:cNvPr>
          <p:cNvSpPr/>
          <p:nvPr/>
        </p:nvSpPr>
        <p:spPr>
          <a:xfrm>
            <a:off x="4396052" y="5816960"/>
            <a:ext cx="2882203" cy="53939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50DC9BA-D742-2611-E7C1-9DE4D59FA643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571998" y="778802"/>
            <a:ext cx="369457" cy="503815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1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D948-0BB9-3707-E9E5-E95950CD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BCF0370-0988-1A77-4738-23A104CA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23" y="1650707"/>
            <a:ext cx="5992061" cy="22196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B28A02-C2DA-CC80-E29E-124EA87108FC}"/>
              </a:ext>
            </a:extLst>
          </p:cNvPr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6DE68793-8680-A195-FE18-14F4EA16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3BCC786-CDD2-A89F-BD34-B36C508E8BAF}"/>
              </a:ext>
            </a:extLst>
          </p:cNvPr>
          <p:cNvSpPr/>
          <p:nvPr/>
        </p:nvSpPr>
        <p:spPr>
          <a:xfrm>
            <a:off x="3897288" y="1565678"/>
            <a:ext cx="1155003" cy="53939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1DA1A1-CD32-F27A-DB86-C66BF6FA1A10}"/>
              </a:ext>
            </a:extLst>
          </p:cNvPr>
          <p:cNvSpPr txBox="1"/>
          <p:nvPr/>
        </p:nvSpPr>
        <p:spPr>
          <a:xfrm>
            <a:off x="542002" y="747780"/>
            <a:ext cx="5297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SDCardFormatterv5_WinJP.zip</a:t>
            </a:r>
            <a:r>
              <a:rPr kumimoji="1" lang="ja-JP" altLang="en-US" b="1" dirty="0">
                <a:solidFill>
                  <a:srgbClr val="E64555"/>
                </a:solidFill>
              </a:rPr>
              <a:t> </a:t>
            </a:r>
            <a:r>
              <a:rPr kumimoji="1" lang="ja-JP" altLang="en-US" dirty="0"/>
              <a:t>をダウンロードします。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5C3E77-F911-CC9F-C1A2-B763AB8C5733}"/>
              </a:ext>
            </a:extLst>
          </p:cNvPr>
          <p:cNvSpPr txBox="1"/>
          <p:nvPr/>
        </p:nvSpPr>
        <p:spPr>
          <a:xfrm>
            <a:off x="2987796" y="1119421"/>
            <a:ext cx="2502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全てすべて展開します。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72B47B6-21D6-616A-7E83-F9C2631CB9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5582" y="2798099"/>
            <a:ext cx="5267254" cy="3896561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0AA3091-5E68-819A-82B3-E402FF6DBAE6}"/>
              </a:ext>
            </a:extLst>
          </p:cNvPr>
          <p:cNvSpPr/>
          <p:nvPr/>
        </p:nvSpPr>
        <p:spPr>
          <a:xfrm>
            <a:off x="5643416" y="6356349"/>
            <a:ext cx="766386" cy="332869"/>
          </a:xfrm>
          <a:prstGeom prst="roundRect">
            <a:avLst>
              <a:gd name="adj" fmla="val 11902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8105445-4772-18D3-0B49-E18437178C46}"/>
              </a:ext>
            </a:extLst>
          </p:cNvPr>
          <p:cNvSpPr txBox="1"/>
          <p:nvPr/>
        </p:nvSpPr>
        <p:spPr>
          <a:xfrm>
            <a:off x="5310340" y="574422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展開します</a:t>
            </a:r>
          </a:p>
        </p:txBody>
      </p:sp>
    </p:spTree>
    <p:extLst>
      <p:ext uri="{BB962C8B-B14F-4D97-AF65-F5344CB8AC3E}">
        <p14:creationId xmlns:p14="http://schemas.microsoft.com/office/powerpoint/2010/main" val="266982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1E18C-73FF-AE54-30B1-FB31A2A1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397623D-3DF0-C1ED-E6A9-E23FB27AB3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658" y="2009907"/>
            <a:ext cx="4203503" cy="319264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D2F8550-A13F-944A-2B84-93CD9749E6B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8611" y="2009908"/>
            <a:ext cx="4197731" cy="31926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8700A2-0ABC-E401-35DF-1F7FC4FF880E}"/>
              </a:ext>
            </a:extLst>
          </p:cNvPr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11E0019-7DBD-91C1-9E1A-7CD030CF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2694ACF-8257-A3DC-A6D3-BC509697E1A2}"/>
              </a:ext>
            </a:extLst>
          </p:cNvPr>
          <p:cNvSpPr/>
          <p:nvPr/>
        </p:nvSpPr>
        <p:spPr>
          <a:xfrm>
            <a:off x="2781188" y="4914382"/>
            <a:ext cx="857940" cy="269694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4054668-7048-2A3D-598C-BD577EA357DF}"/>
              </a:ext>
            </a:extLst>
          </p:cNvPr>
          <p:cNvCxnSpPr>
            <a:cxnSpLocks/>
          </p:cNvCxnSpPr>
          <p:nvPr/>
        </p:nvCxnSpPr>
        <p:spPr>
          <a:xfrm flipV="1">
            <a:off x="3777673" y="4488873"/>
            <a:ext cx="910938" cy="42550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6D5663-EA06-0500-80A7-D215A7661342}"/>
              </a:ext>
            </a:extLst>
          </p:cNvPr>
          <p:cNvSpPr txBox="1"/>
          <p:nvPr/>
        </p:nvSpPr>
        <p:spPr>
          <a:xfrm>
            <a:off x="615893" y="1117356"/>
            <a:ext cx="510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SD Card Formatter 5.0.3 Setup JP.exe</a:t>
            </a:r>
            <a:r>
              <a:rPr kumimoji="1" lang="ja-JP" altLang="en-US" dirty="0"/>
              <a:t>を実行します。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6AD50AB-E31C-EB12-291E-B5C482A87568}"/>
              </a:ext>
            </a:extLst>
          </p:cNvPr>
          <p:cNvSpPr/>
          <p:nvPr/>
        </p:nvSpPr>
        <p:spPr>
          <a:xfrm>
            <a:off x="7191030" y="4912240"/>
            <a:ext cx="857940" cy="269694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7DF2B6B-331E-6A07-476A-FD241C6DD026}"/>
              </a:ext>
            </a:extLst>
          </p:cNvPr>
          <p:cNvCxnSpPr>
            <a:cxnSpLocks/>
          </p:cNvCxnSpPr>
          <p:nvPr/>
        </p:nvCxnSpPr>
        <p:spPr>
          <a:xfrm>
            <a:off x="5504874" y="4488873"/>
            <a:ext cx="1654269" cy="42550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16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E092-1326-FDED-263F-AE4CFD9A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9E0C68F-888C-ADC0-62AF-99F959766C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2581" y="2202204"/>
            <a:ext cx="4135601" cy="312467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1F52DA0-C67B-6026-6B98-7EF7A060E6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387" y="2189815"/>
            <a:ext cx="4135601" cy="31370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3C7F6B-2568-A753-F958-8D6D5F15BBB2}"/>
              </a:ext>
            </a:extLst>
          </p:cNvPr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E4836BA-96D2-0953-226D-9A5AC2E3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B9BEC5B-2E20-2349-2FCC-641479782D8A}"/>
              </a:ext>
            </a:extLst>
          </p:cNvPr>
          <p:cNvSpPr/>
          <p:nvPr/>
        </p:nvSpPr>
        <p:spPr>
          <a:xfrm>
            <a:off x="2765489" y="5057185"/>
            <a:ext cx="836693" cy="26969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B528007-BA4D-5185-CDF8-37139AA44051}"/>
              </a:ext>
            </a:extLst>
          </p:cNvPr>
          <p:cNvCxnSpPr>
            <a:cxnSpLocks/>
          </p:cNvCxnSpPr>
          <p:nvPr/>
        </p:nvCxnSpPr>
        <p:spPr>
          <a:xfrm>
            <a:off x="3602182" y="5218545"/>
            <a:ext cx="3546763" cy="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584AF4-0BC8-BB9D-02AE-FF2E0CCD2E24}"/>
              </a:ext>
            </a:extLst>
          </p:cNvPr>
          <p:cNvSpPr txBox="1"/>
          <p:nvPr/>
        </p:nvSpPr>
        <p:spPr>
          <a:xfrm>
            <a:off x="615893" y="1117356"/>
            <a:ext cx="510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SD Card Formatter 5.0.3 Setup JP.exe</a:t>
            </a:r>
            <a:r>
              <a:rPr kumimoji="1" lang="ja-JP" altLang="en-US" dirty="0"/>
              <a:t>を実行します。</a:t>
            </a:r>
          </a:p>
        </p:txBody>
      </p:sp>
    </p:spTree>
    <p:extLst>
      <p:ext uri="{BB962C8B-B14F-4D97-AF65-F5344CB8AC3E}">
        <p14:creationId xmlns:p14="http://schemas.microsoft.com/office/powerpoint/2010/main" val="294779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AA97-70BC-8AF0-E813-06177F0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C5DC551-DFC6-5DEE-160E-16532C33B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47" y="1825242"/>
            <a:ext cx="5009053" cy="37971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B98DC1-0217-D064-7FAB-FCF1F27D07CB}"/>
              </a:ext>
            </a:extLst>
          </p:cNvPr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9552A56-367E-D0C2-499B-BF2BECF6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FDCA6F1-746D-2CF0-F0EC-8308D477E019}"/>
              </a:ext>
            </a:extLst>
          </p:cNvPr>
          <p:cNvSpPr/>
          <p:nvPr/>
        </p:nvSpPr>
        <p:spPr>
          <a:xfrm>
            <a:off x="4563825" y="5219788"/>
            <a:ext cx="1033411" cy="5208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6917C73-1839-EF55-18CE-C5B4711BBC0A}"/>
              </a:ext>
            </a:extLst>
          </p:cNvPr>
          <p:cNvCxnSpPr>
            <a:cxnSpLocks/>
          </p:cNvCxnSpPr>
          <p:nvPr/>
        </p:nvCxnSpPr>
        <p:spPr>
          <a:xfrm>
            <a:off x="3676073" y="3796145"/>
            <a:ext cx="887752" cy="125614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254E72-6B18-EFBA-C5EF-F79B30559EBB}"/>
              </a:ext>
            </a:extLst>
          </p:cNvPr>
          <p:cNvSpPr txBox="1"/>
          <p:nvPr/>
        </p:nvSpPr>
        <p:spPr>
          <a:xfrm>
            <a:off x="615893" y="1117356"/>
            <a:ext cx="510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SD Card Formatter 5.0.3 Setup JP.exe</a:t>
            </a:r>
            <a:r>
              <a:rPr kumimoji="1" lang="ja-JP" altLang="en-US" dirty="0"/>
              <a:t>を実行します。</a:t>
            </a:r>
          </a:p>
        </p:txBody>
      </p:sp>
    </p:spTree>
    <p:extLst>
      <p:ext uri="{BB962C8B-B14F-4D97-AF65-F5344CB8AC3E}">
        <p14:creationId xmlns:p14="http://schemas.microsoft.com/office/powerpoint/2010/main" val="215676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D3167-B809-9C98-EC70-2C23AC37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6932E38-A20C-A002-AFAA-FCFF3BD1C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47" y="1825242"/>
            <a:ext cx="5009053" cy="37971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36917C-C7FC-718D-FF55-7931BAF3826C}"/>
              </a:ext>
            </a:extLst>
          </p:cNvPr>
          <p:cNvSpPr txBox="1"/>
          <p:nvPr/>
        </p:nvSpPr>
        <p:spPr>
          <a:xfrm>
            <a:off x="1650365" y="255582"/>
            <a:ext cx="5843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カードフォーマッターのダウンロード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12C7E4FB-CD5F-D9AB-4749-AF860EEF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D8C66CB-25A1-941C-17D7-4223E0E29491}"/>
              </a:ext>
            </a:extLst>
          </p:cNvPr>
          <p:cNvSpPr/>
          <p:nvPr/>
        </p:nvSpPr>
        <p:spPr>
          <a:xfrm>
            <a:off x="4563825" y="5219788"/>
            <a:ext cx="1033411" cy="5208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96D7A364-B3E3-3AA2-7686-A9726D2615A3}"/>
              </a:ext>
            </a:extLst>
          </p:cNvPr>
          <p:cNvCxnSpPr>
            <a:cxnSpLocks/>
          </p:cNvCxnSpPr>
          <p:nvPr/>
        </p:nvCxnSpPr>
        <p:spPr>
          <a:xfrm>
            <a:off x="3676073" y="3796145"/>
            <a:ext cx="887752" cy="125614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7D8386-B5A8-BC85-41FC-A22AC8EBB879}"/>
              </a:ext>
            </a:extLst>
          </p:cNvPr>
          <p:cNvSpPr txBox="1"/>
          <p:nvPr/>
        </p:nvSpPr>
        <p:spPr>
          <a:xfrm>
            <a:off x="615893" y="1117356"/>
            <a:ext cx="510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E64555"/>
                </a:solidFill>
              </a:rPr>
              <a:t>SD Card Formatter 5.0.3 Setup JP.exe</a:t>
            </a:r>
            <a:r>
              <a:rPr kumimoji="1" lang="ja-JP" altLang="en-US" dirty="0"/>
              <a:t>を実行します。</a:t>
            </a:r>
          </a:p>
        </p:txBody>
      </p:sp>
    </p:spTree>
    <p:extLst>
      <p:ext uri="{BB962C8B-B14F-4D97-AF65-F5344CB8AC3E}">
        <p14:creationId xmlns:p14="http://schemas.microsoft.com/office/powerpoint/2010/main" val="242558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CAA1-4FC0-1082-C7AC-42D89A32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0B2C206-54B7-3B45-8DDD-ED8C543C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F53181-49D1-5F40-F9B3-22C0AE716322}"/>
              </a:ext>
            </a:extLst>
          </p:cNvPr>
          <p:cNvSpPr txBox="1"/>
          <p:nvPr/>
        </p:nvSpPr>
        <p:spPr>
          <a:xfrm>
            <a:off x="928255" y="2607070"/>
            <a:ext cx="7287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dirty="0"/>
              <a:t>SD</a:t>
            </a:r>
            <a:r>
              <a:rPr lang="ja-JP" altLang="en-US" sz="3600" dirty="0"/>
              <a:t>カードフォーマッターの実行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79365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D0D8-89D1-4C53-EDF5-DC08ADB4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B879D36-531B-C8AA-8FDF-30F3322E2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543" y="2356440"/>
            <a:ext cx="4363059" cy="31817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2B9E79-E7A6-4E58-5FAF-AE8D2E7B7A56}"/>
              </a:ext>
            </a:extLst>
          </p:cNvPr>
          <p:cNvSpPr txBox="1"/>
          <p:nvPr/>
        </p:nvSpPr>
        <p:spPr>
          <a:xfrm>
            <a:off x="2234659" y="255582"/>
            <a:ext cx="4674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カードフォーマッターの起動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FBE2692B-AF6F-816B-D2A5-80B51E63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4196D23-2984-DF62-8D6D-2FE97C58305C}"/>
              </a:ext>
            </a:extLst>
          </p:cNvPr>
          <p:cNvSpPr/>
          <p:nvPr/>
        </p:nvSpPr>
        <p:spPr>
          <a:xfrm>
            <a:off x="3159367" y="4897458"/>
            <a:ext cx="2151542" cy="5208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CB5C3D9-E1B1-BFA9-7674-66F4F0932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73" y="2486294"/>
            <a:ext cx="1214961" cy="149533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3C358E8-2E53-0FF6-224D-9C3BCA20219E}"/>
              </a:ext>
            </a:extLst>
          </p:cNvPr>
          <p:cNvSpPr txBox="1"/>
          <p:nvPr/>
        </p:nvSpPr>
        <p:spPr>
          <a:xfrm>
            <a:off x="822573" y="960582"/>
            <a:ext cx="66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(1)</a:t>
            </a:r>
            <a:r>
              <a:rPr kumimoji="1" lang="ja-JP" altLang="en-US" dirty="0"/>
              <a:t>ラズパイの</a:t>
            </a:r>
            <a:r>
              <a:rPr kumimoji="1" lang="en-US" altLang="ja-JP" dirty="0"/>
              <a:t>SD</a:t>
            </a:r>
            <a:r>
              <a:rPr kumimoji="1" lang="ja-JP" altLang="en-US" dirty="0"/>
              <a:t>カードを</a:t>
            </a:r>
            <a:r>
              <a:rPr kumimoji="1" lang="en-US" altLang="ja-JP" dirty="0" err="1"/>
              <a:t>WindowsPC</a:t>
            </a:r>
            <a:r>
              <a:rPr kumimoji="1" lang="ja-JP" altLang="en-US" dirty="0"/>
              <a:t>の</a:t>
            </a:r>
            <a:r>
              <a:rPr kumimoji="1" lang="en-US" altLang="ja-JP" dirty="0"/>
              <a:t>USB</a:t>
            </a:r>
            <a:r>
              <a:rPr kumimoji="1" lang="ja-JP" altLang="en-US" dirty="0"/>
              <a:t>に刺します。フォーマットの質問が出るかもしれませんが、全て無視します。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16907B3-D9A4-9C82-1848-D7502342CD70}"/>
              </a:ext>
            </a:extLst>
          </p:cNvPr>
          <p:cNvSpPr txBox="1"/>
          <p:nvPr/>
        </p:nvSpPr>
        <p:spPr>
          <a:xfrm>
            <a:off x="785890" y="1700114"/>
            <a:ext cx="666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(2)SD</a:t>
            </a:r>
            <a:r>
              <a:rPr kumimoji="1" lang="ja-JP" altLang="en-US" dirty="0"/>
              <a:t>カードフォーマッターを起動します。</a:t>
            </a:r>
          </a:p>
        </p:txBody>
      </p:sp>
    </p:spTree>
    <p:extLst>
      <p:ext uri="{BB962C8B-B14F-4D97-AF65-F5344CB8AC3E}">
        <p14:creationId xmlns:p14="http://schemas.microsoft.com/office/powerpoint/2010/main" val="1564229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AA4F9-7151-CDCF-686C-511001BC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DB468BE-45F9-0C9D-0CE3-4B7E2B1D8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24" y="1294963"/>
            <a:ext cx="3915321" cy="41058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7582415-2CC5-87C5-4F1F-B7BA21CF4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230" y="1314016"/>
            <a:ext cx="3915321" cy="40867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E4A24E-2180-35F6-623B-6510E45B158A}"/>
              </a:ext>
            </a:extLst>
          </p:cNvPr>
          <p:cNvSpPr txBox="1"/>
          <p:nvPr/>
        </p:nvSpPr>
        <p:spPr>
          <a:xfrm>
            <a:off x="2486331" y="255582"/>
            <a:ext cx="41713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カードをフォーマットする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A304C0DE-3AFB-0608-78CF-A5B1EED0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0292B38-7EB5-847B-21F9-6AC75DB0E45D}"/>
              </a:ext>
            </a:extLst>
          </p:cNvPr>
          <p:cNvSpPr/>
          <p:nvPr/>
        </p:nvSpPr>
        <p:spPr>
          <a:xfrm>
            <a:off x="4767188" y="4131707"/>
            <a:ext cx="1033411" cy="44952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4EB5E88-D6C4-6D98-8D95-92D473288CA3}"/>
              </a:ext>
            </a:extLst>
          </p:cNvPr>
          <p:cNvCxnSpPr>
            <a:cxnSpLocks/>
          </p:cNvCxnSpPr>
          <p:nvPr/>
        </p:nvCxnSpPr>
        <p:spPr>
          <a:xfrm>
            <a:off x="5800599" y="4424218"/>
            <a:ext cx="1996490" cy="69223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70D50-F2C3-C369-049A-7AE8ACDC426C}"/>
              </a:ext>
            </a:extLst>
          </p:cNvPr>
          <p:cNvSpPr/>
          <p:nvPr/>
        </p:nvSpPr>
        <p:spPr>
          <a:xfrm>
            <a:off x="444324" y="4131707"/>
            <a:ext cx="1033411" cy="44952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03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6642-0BE4-A15B-6297-BB96D02F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661853C0-B528-86FF-F28A-5312C3A5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333069"/>
            <a:ext cx="3896269" cy="411537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D6F12FA-43C8-E328-840F-D29998A2F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94" y="1314016"/>
            <a:ext cx="3943900" cy="41344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1EA841-66FD-0D48-8B72-E26576B06626}"/>
              </a:ext>
            </a:extLst>
          </p:cNvPr>
          <p:cNvSpPr txBox="1"/>
          <p:nvPr/>
        </p:nvSpPr>
        <p:spPr>
          <a:xfrm>
            <a:off x="2486331" y="255582"/>
            <a:ext cx="41713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2800" dirty="0"/>
              <a:t>SD</a:t>
            </a:r>
            <a:r>
              <a:rPr lang="ja-JP" altLang="en-US" sz="2800" dirty="0"/>
              <a:t>カードをフォーマットする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632291D-69CC-570A-668E-BA703D27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6424BDB-3DAC-B35B-C67B-B7AEAA86F34C}"/>
              </a:ext>
            </a:extLst>
          </p:cNvPr>
          <p:cNvSpPr/>
          <p:nvPr/>
        </p:nvSpPr>
        <p:spPr>
          <a:xfrm>
            <a:off x="6977768" y="4092225"/>
            <a:ext cx="819322" cy="331993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63A1AC9-C4B4-BE0C-4658-19DD2F5BA882}"/>
              </a:ext>
            </a:extLst>
          </p:cNvPr>
          <p:cNvSpPr/>
          <p:nvPr/>
        </p:nvSpPr>
        <p:spPr>
          <a:xfrm>
            <a:off x="2634408" y="3974689"/>
            <a:ext cx="746101" cy="29251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41DB90AC-1DFD-557E-4EA4-2E79DE7CE059}"/>
              </a:ext>
            </a:extLst>
          </p:cNvPr>
          <p:cNvSpPr txBox="1"/>
          <p:nvPr/>
        </p:nvSpPr>
        <p:spPr>
          <a:xfrm>
            <a:off x="671386" y="5859168"/>
            <a:ext cx="7796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これで、</a:t>
            </a:r>
            <a:r>
              <a:rPr lang="en-US" altLang="ja-JP" sz="2800" dirty="0"/>
              <a:t>Windows</a:t>
            </a:r>
            <a:r>
              <a:rPr lang="ja-JP" altLang="en-US" sz="2800" dirty="0"/>
              <a:t>で使える</a:t>
            </a:r>
            <a:r>
              <a:rPr lang="en-US" altLang="ja-JP" sz="2800" dirty="0"/>
              <a:t>SD</a:t>
            </a:r>
            <a:r>
              <a:rPr lang="ja-JP" altLang="en-US" sz="2800" dirty="0"/>
              <a:t>カードになります</a:t>
            </a:r>
          </a:p>
        </p:txBody>
      </p:sp>
    </p:spTree>
    <p:extLst>
      <p:ext uri="{BB962C8B-B14F-4D97-AF65-F5344CB8AC3E}">
        <p14:creationId xmlns:p14="http://schemas.microsoft.com/office/powerpoint/2010/main" val="1898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C9B7-4286-EE72-1D5C-38D17FBC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65EB22-5F71-5413-50F1-9B5E9B81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5FBC08-692F-8DC0-4EEC-B97180D14277}"/>
              </a:ext>
            </a:extLst>
          </p:cNvPr>
          <p:cNvSpPr txBox="1"/>
          <p:nvPr/>
        </p:nvSpPr>
        <p:spPr>
          <a:xfrm>
            <a:off x="928255" y="2607070"/>
            <a:ext cx="7287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/>
              <a:t>以　上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4501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221</Words>
  <Application>Microsoft Office PowerPoint</Application>
  <PresentationFormat>画面に合わせる (4:3)</PresentationFormat>
  <Paragraphs>40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山本三七男</dc:creator>
  <cp:keywords/>
  <dc:description>generated using python-pptx</dc:description>
  <cp:lastModifiedBy>三七男 山本</cp:lastModifiedBy>
  <cp:revision>114</cp:revision>
  <dcterms:created xsi:type="dcterms:W3CDTF">2013-01-27T09:14:16Z</dcterms:created>
  <dcterms:modified xsi:type="dcterms:W3CDTF">2025-09-02T10:14:50Z</dcterms:modified>
  <cp:category/>
</cp:coreProperties>
</file>