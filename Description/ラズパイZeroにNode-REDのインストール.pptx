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423" r:id="rId3"/>
    <p:sldId id="397" r:id="rId4"/>
    <p:sldId id="398" r:id="rId5"/>
    <p:sldId id="402" r:id="rId6"/>
    <p:sldId id="403" r:id="rId7"/>
    <p:sldId id="404" r:id="rId8"/>
    <p:sldId id="424" r:id="rId9"/>
    <p:sldId id="413" r:id="rId10"/>
    <p:sldId id="438" r:id="rId11"/>
    <p:sldId id="425" r:id="rId12"/>
    <p:sldId id="439" r:id="rId13"/>
    <p:sldId id="443" r:id="rId14"/>
    <p:sldId id="441" r:id="rId15"/>
    <p:sldId id="453" r:id="rId16"/>
    <p:sldId id="444" r:id="rId17"/>
    <p:sldId id="445" r:id="rId18"/>
    <p:sldId id="446" r:id="rId19"/>
    <p:sldId id="447" r:id="rId20"/>
    <p:sldId id="448" r:id="rId21"/>
    <p:sldId id="449" r:id="rId22"/>
    <p:sldId id="450" r:id="rId23"/>
    <p:sldId id="451" r:id="rId24"/>
    <p:sldId id="454" r:id="rId25"/>
    <p:sldId id="455" r:id="rId26"/>
    <p:sldId id="433" r:id="rId27"/>
    <p:sldId id="427" r:id="rId28"/>
    <p:sldId id="457" r:id="rId29"/>
    <p:sldId id="458" r:id="rId30"/>
    <p:sldId id="459" r:id="rId31"/>
    <p:sldId id="461" r:id="rId32"/>
    <p:sldId id="460" r:id="rId33"/>
    <p:sldId id="463" r:id="rId34"/>
    <p:sldId id="464" r:id="rId35"/>
    <p:sldId id="465" r:id="rId36"/>
    <p:sldId id="462" r:id="rId37"/>
    <p:sldId id="437" r:id="rId38"/>
    <p:sldId id="467" r:id="rId39"/>
    <p:sldId id="468" r:id="rId40"/>
    <p:sldId id="469" r:id="rId41"/>
    <p:sldId id="470" r:id="rId42"/>
    <p:sldId id="471" r:id="rId43"/>
    <p:sldId id="472" r:id="rId44"/>
    <p:sldId id="473" r:id="rId45"/>
    <p:sldId id="474" r:id="rId46"/>
    <p:sldId id="475" r:id="rId47"/>
    <p:sldId id="476" r:id="rId48"/>
    <p:sldId id="477" r:id="rId49"/>
    <p:sldId id="478" r:id="rId50"/>
    <p:sldId id="479" r:id="rId51"/>
    <p:sldId id="436" r:id="rId52"/>
    <p:sldId id="481" r:id="rId53"/>
    <p:sldId id="482" r:id="rId54"/>
    <p:sldId id="483" r:id="rId55"/>
    <p:sldId id="484" r:id="rId56"/>
    <p:sldId id="485" r:id="rId57"/>
    <p:sldId id="466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555"/>
    <a:srgbClr val="E14656"/>
    <a:srgbClr val="D816BC"/>
    <a:srgbClr val="0099CC"/>
    <a:srgbClr val="E94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4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081CE2F-C574-80EF-5747-A92457317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FCC861-648D-50B6-79A1-796C5B0E9F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88713-E174-4349-BFC4-6EFC114B3E0D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8F0F4A-93A0-8D92-22DF-51D7770981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0CE2EE-2AF9-65D1-6C76-6E49B155D3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F71E-24F8-4536-B10D-00B5069AB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2619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79676-017F-4568-8715-BF0D48585B75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EE46A-F822-46B9-A4CB-87818B506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0382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4370-40FB-475F-AD35-CCD4FDE424B7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79D7-5AA5-4850-AE45-29A9A0ECEB48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7536-DA5F-41C6-BBF2-6E35F87A6142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7B27-C5D8-4894-9ECE-7FC7B5F04ED5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0E33-C8D2-41C6-B6C1-47F2281F6D72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4174-3442-44AC-B510-D8FCDCC14897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1262-BE2C-4389-9868-E899A79A9057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C13C-BEA9-486C-BF5B-2BEBA009AB8D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6BE3-A662-4CEE-BA9F-FD2A46736EFF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0EC3-7B9D-47FF-80B4-13DE00F0F654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389E-81A3-42C6-BF38-21D0E5195125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483B-2E20-4D3E-BE06-DCF4256A9BB0}" type="datetime1">
              <a:rPr lang="en-US" altLang="ja-JP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044" y="2267527"/>
            <a:ext cx="78919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ラズパイ</a:t>
            </a:r>
            <a:r>
              <a:rPr lang="en-US" altLang="ja-JP" sz="3600" dirty="0"/>
              <a:t>Zero</a:t>
            </a:r>
            <a:r>
              <a:rPr lang="ja-JP" altLang="en-US" sz="3600" dirty="0"/>
              <a:t>に</a:t>
            </a:r>
            <a:r>
              <a:rPr lang="en-US" altLang="ja-JP" sz="3600" dirty="0"/>
              <a:t>Node-RED</a:t>
            </a:r>
            <a:r>
              <a:rPr lang="ja-JP" altLang="en-US" sz="3600" dirty="0"/>
              <a:t>のインストール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C36234-9633-ABEB-F534-67AA9ED0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0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BFD3-559A-FF6E-EDB0-D7EA15BF9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43F3E-7895-75D8-E503-4899C0CEED34}"/>
              </a:ext>
            </a:extLst>
          </p:cNvPr>
          <p:cNvSpPr txBox="1"/>
          <p:nvPr/>
        </p:nvSpPr>
        <p:spPr>
          <a:xfrm>
            <a:off x="2089585" y="2267527"/>
            <a:ext cx="49648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先ず、アップデートします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0A33982-E275-B8EC-059F-668D62F7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19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9DFF-0268-4214-A706-0B292078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1E5F816-DE44-FFC4-86AA-33E101E6600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374" y="924818"/>
            <a:ext cx="3470561" cy="569010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76D0F0-505F-86D0-91F2-B5AE047F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9A02E4-9141-DC89-CCE7-CEA73EB112F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CED6CA0-DB44-4326-162A-CE3F6A54F7BB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885608" y="2977658"/>
            <a:ext cx="1538609" cy="79221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BC1C1E6-1E66-1D25-A7E6-04D6135BB2A8}"/>
              </a:ext>
            </a:extLst>
          </p:cNvPr>
          <p:cNvSpPr txBox="1"/>
          <p:nvPr/>
        </p:nvSpPr>
        <p:spPr>
          <a:xfrm>
            <a:off x="4424217" y="2623715"/>
            <a:ext cx="4617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右クリックスタートメニュから「ターミナル」を選びます。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1862B42-ABBE-6E52-39C0-A6A1CC9C1327}"/>
              </a:ext>
            </a:extLst>
          </p:cNvPr>
          <p:cNvSpPr/>
          <p:nvPr/>
        </p:nvSpPr>
        <p:spPr>
          <a:xfrm>
            <a:off x="640771" y="3769870"/>
            <a:ext cx="2244837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00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66B3-9C19-70C7-D3BA-E7036E7F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0FC7C27-06CE-050A-9B22-09739856ACC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217" y="2063425"/>
            <a:ext cx="7952509" cy="447908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01BCA-48AC-7383-9C46-B96A9BD3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8BA6BB-8DA9-2C18-06CC-6EA37353E3D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0D39D7F-8BF1-CADC-C6AD-4592133A8393}"/>
              </a:ext>
            </a:extLst>
          </p:cNvPr>
          <p:cNvSpPr txBox="1"/>
          <p:nvPr/>
        </p:nvSpPr>
        <p:spPr>
          <a:xfrm>
            <a:off x="216938" y="786300"/>
            <a:ext cx="8266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 pi@</a:t>
            </a:r>
            <a:r>
              <a:rPr kumimoji="1" lang="en-US" altLang="ja-JP" sz="2000" u="sng" dirty="0"/>
              <a:t>raspizero2w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と入力します。または、</a:t>
            </a:r>
          </a:p>
          <a:p>
            <a:r>
              <a:rPr kumimoji="1" lang="en-US" altLang="ja-JP" sz="2000" dirty="0"/>
              <a:t>ssh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pi@</a:t>
            </a:r>
            <a:r>
              <a:rPr kumimoji="1" lang="en-US" altLang="ja-JP" sz="2000" u="sng" dirty="0"/>
              <a:t>192.168.137.15</a:t>
            </a:r>
            <a:r>
              <a:rPr kumimoji="1" lang="ja-JP" altLang="en-US" sz="2000" dirty="0"/>
              <a:t> と入力します。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F6721E5-4F28-C4C6-8139-E4833B840209}"/>
              </a:ext>
            </a:extLst>
          </p:cNvPr>
          <p:cNvSpPr/>
          <p:nvPr/>
        </p:nvSpPr>
        <p:spPr>
          <a:xfrm>
            <a:off x="1537856" y="3032835"/>
            <a:ext cx="1639453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8038052-2212-5AD6-AC9D-824790BB8CE2}"/>
              </a:ext>
            </a:extLst>
          </p:cNvPr>
          <p:cNvCxnSpPr>
            <a:cxnSpLocks/>
          </p:cNvCxnSpPr>
          <p:nvPr/>
        </p:nvCxnSpPr>
        <p:spPr>
          <a:xfrm>
            <a:off x="2576945" y="1494186"/>
            <a:ext cx="0" cy="153864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42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49AE-6386-08EC-24FB-000F2AE3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C821422-86DE-A074-1E21-06E2938C71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53054"/>
            <a:ext cx="7968002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96B9CC-9834-EB93-CBE2-F0298151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9ECCCD-B7FA-8B21-9838-0F427DA96E8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ラズパイを最新にアップテート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C67E71A-57CD-7ACB-3928-FE6F1D84081E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952D333-29B4-A446-0553-7F492BFE0E25}"/>
              </a:ext>
            </a:extLst>
          </p:cNvPr>
          <p:cNvSpPr/>
          <p:nvPr/>
        </p:nvSpPr>
        <p:spPr>
          <a:xfrm>
            <a:off x="1567876" y="4540272"/>
            <a:ext cx="3142661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A44D742-E30F-3354-3511-BFBB121E7936}"/>
              </a:ext>
            </a:extLst>
          </p:cNvPr>
          <p:cNvCxnSpPr>
            <a:cxnSpLocks/>
          </p:cNvCxnSpPr>
          <p:nvPr/>
        </p:nvCxnSpPr>
        <p:spPr>
          <a:xfrm>
            <a:off x="2438400" y="1451142"/>
            <a:ext cx="0" cy="308913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E93B9D-7E64-57AA-68BE-D7DBBB02A15C}"/>
              </a:ext>
            </a:extLst>
          </p:cNvPr>
          <p:cNvSpPr txBox="1"/>
          <p:nvPr/>
        </p:nvSpPr>
        <p:spPr>
          <a:xfrm>
            <a:off x="356755" y="105103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update;sudo</a:t>
            </a:r>
            <a:r>
              <a:rPr kumimoji="1" lang="en-US" altLang="ja-JP" sz="2000" dirty="0"/>
              <a:t> apt-get upgrade -y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092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0416-441B-5580-CBE6-AB821BDE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E2464AB-F336-A7AF-3B1E-7671934E923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1"/>
            <a:ext cx="7968003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BAF0C3-F838-026C-99B4-CD1F1FAB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E12957-D876-330C-D934-145D5DD7AB8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アップテート後の不要なファイルの削除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3DF94CD-72EC-CCFE-D0F1-7262B52DB521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0658871-C5DB-465E-A333-6472232A982C}"/>
              </a:ext>
            </a:extLst>
          </p:cNvPr>
          <p:cNvSpPr/>
          <p:nvPr/>
        </p:nvSpPr>
        <p:spPr>
          <a:xfrm>
            <a:off x="1336967" y="6283239"/>
            <a:ext cx="5414813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346CB1F-FD40-0846-7546-4722B7555E5D}"/>
              </a:ext>
            </a:extLst>
          </p:cNvPr>
          <p:cNvCxnSpPr>
            <a:cxnSpLocks/>
          </p:cNvCxnSpPr>
          <p:nvPr/>
        </p:nvCxnSpPr>
        <p:spPr>
          <a:xfrm>
            <a:off x="2540000" y="1542473"/>
            <a:ext cx="0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363157-08B9-EBEA-19AF-B9C95033D382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dist</a:t>
            </a:r>
            <a:r>
              <a:rPr kumimoji="1" lang="en-US" altLang="ja-JP" sz="2000" dirty="0"/>
              <a:t>-upgrade -</a:t>
            </a:r>
            <a:r>
              <a:rPr kumimoji="1" lang="en-US" altLang="ja-JP" sz="2000" dirty="0" err="1"/>
              <a:t>y;sudo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autoremove</a:t>
            </a:r>
            <a:r>
              <a:rPr kumimoji="1" lang="en-US" altLang="ja-JP" sz="2000" dirty="0"/>
              <a:t> -</a:t>
            </a:r>
            <a:r>
              <a:rPr kumimoji="1" lang="en-US" altLang="ja-JP" sz="2000" dirty="0" err="1"/>
              <a:t>y;sudo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autoclean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2186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F250A-4134-43F8-9A2C-B941A648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A6710D2-59B4-C705-316F-5D00940474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1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A8738CA-1279-68A5-BAD6-F8D1229C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703E8CB-69CC-FADF-BE43-5E6A262FC3B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ラズパイの再起動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2DCA6BA-E49D-BDDF-7E4A-37DD3DE8C82D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0BA033-F8DA-AD70-8BC5-BFC026E338CB}"/>
              </a:ext>
            </a:extLst>
          </p:cNvPr>
          <p:cNvSpPr/>
          <p:nvPr/>
        </p:nvSpPr>
        <p:spPr>
          <a:xfrm>
            <a:off x="1336968" y="6283239"/>
            <a:ext cx="1253834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2D30CB4-8DF9-8A98-D2BC-74BC528C79AD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729672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62D960-7AEB-A83D-4CB9-45C3AAE84280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reboot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9851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3083-0D0B-EB2F-E718-B8F1AB68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FB2B01-F20C-CC21-43DA-C28E4015E481}"/>
              </a:ext>
            </a:extLst>
          </p:cNvPr>
          <p:cNvSpPr txBox="1"/>
          <p:nvPr/>
        </p:nvSpPr>
        <p:spPr>
          <a:xfrm>
            <a:off x="2021459" y="2267527"/>
            <a:ext cx="510107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/>
              <a:t>Node-RED</a:t>
            </a:r>
            <a:r>
              <a:rPr lang="ja-JP" altLang="en-US" sz="3600" dirty="0"/>
              <a:t>のインストール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6D8F15-18F1-8715-038B-032A57FA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19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E4355-F7B1-062F-3A3C-B559C394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E94FA08-2B7F-8E97-85A2-1A00F367D0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C1CDC6-2798-4DB1-C9EA-7C2B81FE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4A4EC5-EB03-972F-6C26-D3507876A12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173BB16-3FD5-C817-6159-FEBD6A05385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 pi@raspizero2w </a:t>
            </a:r>
            <a:r>
              <a:rPr kumimoji="1" lang="ja-JP" altLang="en-US" sz="2000" dirty="0"/>
              <a:t>ラズパイに</a:t>
            </a:r>
            <a:r>
              <a:rPr kumimoji="1" lang="en-US" altLang="ja-JP" sz="2000" dirty="0"/>
              <a:t>ssh</a:t>
            </a:r>
            <a:r>
              <a:rPr kumimoji="1" lang="ja-JP" altLang="en-US" sz="2000" dirty="0"/>
              <a:t>接続します。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1A2E991-29D0-3A6E-CCA3-350129C55076}"/>
              </a:ext>
            </a:extLst>
          </p:cNvPr>
          <p:cNvSpPr/>
          <p:nvPr/>
        </p:nvSpPr>
        <p:spPr>
          <a:xfrm>
            <a:off x="1570701" y="3000534"/>
            <a:ext cx="1366464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D681F40-DF05-1C68-8ED1-61540DFBB84C}"/>
              </a:ext>
            </a:extLst>
          </p:cNvPr>
          <p:cNvCxnSpPr>
            <a:cxnSpLocks/>
          </p:cNvCxnSpPr>
          <p:nvPr/>
        </p:nvCxnSpPr>
        <p:spPr>
          <a:xfrm>
            <a:off x="3398982" y="1933461"/>
            <a:ext cx="0" cy="237068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F4D0221-62E0-3AEC-34B0-B45AE08FABF1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先ずは、関連ツールをインストールします。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8CBC6B0-CBDB-4210-9045-9EA0C684C029}"/>
              </a:ext>
            </a:extLst>
          </p:cNvPr>
          <p:cNvSpPr/>
          <p:nvPr/>
        </p:nvSpPr>
        <p:spPr>
          <a:xfrm>
            <a:off x="1570701" y="4373690"/>
            <a:ext cx="2585664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7D50AA-42D4-E115-283B-0C9C51E29C11}"/>
              </a:ext>
            </a:extLst>
          </p:cNvPr>
          <p:cNvSpPr txBox="1"/>
          <p:nvPr/>
        </p:nvSpPr>
        <p:spPr>
          <a:xfrm>
            <a:off x="356755" y="1533351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install build-essential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2822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F3B4-EBF0-2064-B4A9-580A8C56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0070C8E-B2E5-5221-8716-82C198C9486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3" y="2233667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46E593E-0A59-78A7-A083-7BA11C3C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564FFA9-41B2-A7DF-8FD7-64FD2B1B4F1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BD8C357-4B28-6047-B567-0148209882FD}"/>
              </a:ext>
            </a:extLst>
          </p:cNvPr>
          <p:cNvSpPr txBox="1"/>
          <p:nvPr/>
        </p:nvSpPr>
        <p:spPr>
          <a:xfrm>
            <a:off x="207483" y="650922"/>
            <a:ext cx="8266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bash</a:t>
            </a:r>
            <a:r>
              <a:rPr kumimoji="1" lang="ja-JP" altLang="en-US" sz="2000" dirty="0"/>
              <a:t>を使って、</a:t>
            </a:r>
            <a:r>
              <a:rPr kumimoji="1" lang="en-US" altLang="ja-JP" sz="2000" dirty="0"/>
              <a:t>Node-RED</a:t>
            </a:r>
            <a:r>
              <a:rPr kumimoji="1" lang="ja-JP" altLang="en-US" sz="2000" dirty="0"/>
              <a:t>をインストールしていきます。</a:t>
            </a:r>
          </a:p>
          <a:p>
            <a:r>
              <a:rPr kumimoji="1" lang="ja-JP" altLang="en-US" sz="2000" dirty="0"/>
              <a:t>途中、入力を聞かれます。インストールに</a:t>
            </a:r>
            <a:r>
              <a:rPr kumimoji="1" lang="en-US" altLang="ja-JP" sz="2000" dirty="0"/>
              <a:t>10</a:t>
            </a:r>
            <a:r>
              <a:rPr kumimoji="1" lang="ja-JP" altLang="en-US" sz="2000" dirty="0"/>
              <a:t>分ほどかかります。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A7208AD-1CC3-D163-3DEB-28A204C0D568}"/>
              </a:ext>
            </a:extLst>
          </p:cNvPr>
          <p:cNvCxnSpPr>
            <a:cxnSpLocks/>
          </p:cNvCxnSpPr>
          <p:nvPr/>
        </p:nvCxnSpPr>
        <p:spPr>
          <a:xfrm>
            <a:off x="3398982" y="2152073"/>
            <a:ext cx="0" cy="315883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E4E8EA7-9ED3-D38C-AA3C-5717476A0C45}"/>
              </a:ext>
            </a:extLst>
          </p:cNvPr>
          <p:cNvSpPr txBox="1"/>
          <p:nvPr/>
        </p:nvSpPr>
        <p:spPr>
          <a:xfrm>
            <a:off x="207483" y="1251087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72932F6-9370-0AD0-6C12-E06A26F8AF99}"/>
              </a:ext>
            </a:extLst>
          </p:cNvPr>
          <p:cNvSpPr/>
          <p:nvPr/>
        </p:nvSpPr>
        <p:spPr>
          <a:xfrm>
            <a:off x="216937" y="5399367"/>
            <a:ext cx="8188153" cy="4001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F00B91-2327-E122-8369-C3132FD344F8}"/>
              </a:ext>
            </a:extLst>
          </p:cNvPr>
          <p:cNvSpPr txBox="1"/>
          <p:nvPr/>
        </p:nvSpPr>
        <p:spPr>
          <a:xfrm>
            <a:off x="356755" y="1533351"/>
            <a:ext cx="8579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bash &lt;(curl -</a:t>
            </a:r>
            <a:r>
              <a:rPr kumimoji="1" lang="en-US" altLang="ja-JP" sz="2000" dirty="0" err="1"/>
              <a:t>sL</a:t>
            </a:r>
            <a:r>
              <a:rPr kumimoji="1" lang="en-US" altLang="ja-JP" sz="2000" dirty="0"/>
              <a:t> https://raw.githubusercontent.com/node-red/linux-installers/master/deb/update-nodejs-and-nodered)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890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C4161-6059-BFB0-2496-2C5F57B3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7C07E3-6234-2E89-C2F3-7979F65A2A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1276761"/>
            <a:ext cx="7968005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24D678-9A35-7BC1-DC86-5B616178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99FB9E2-E83E-8DD5-62A3-6459D1B4A090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Are you </a:t>
            </a:r>
            <a:r>
              <a:rPr kumimoji="1" lang="en-US" altLang="ja-JP" sz="2000" dirty="0" err="1"/>
              <a:t>realy</a:t>
            </a:r>
            <a:r>
              <a:rPr kumimoji="1" lang="en-US" altLang="ja-JP" sz="2000" dirty="0"/>
              <a:t> sure you want to do this ?</a:t>
            </a:r>
            <a:r>
              <a:rPr kumimoji="1" lang="ja-JP" altLang="en-US" sz="2000" dirty="0"/>
              <a:t>と聞かれるので </a:t>
            </a:r>
            <a:r>
              <a:rPr kumimoji="1" lang="en-US" altLang="ja-JP" sz="2000" dirty="0"/>
              <a:t>y </a:t>
            </a:r>
            <a:r>
              <a:rPr kumimoji="1" lang="ja-JP" altLang="en-US" sz="2000" dirty="0"/>
              <a:t>を入力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FB69E46-F01A-BB34-869C-BBDB59AF9D9E}"/>
              </a:ext>
            </a:extLst>
          </p:cNvPr>
          <p:cNvSpPr/>
          <p:nvPr/>
        </p:nvSpPr>
        <p:spPr>
          <a:xfrm>
            <a:off x="356755" y="5535578"/>
            <a:ext cx="3568700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46ACEA-82E4-1DA6-9147-C39C2F07CC48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</p:spTree>
    <p:extLst>
      <p:ext uri="{BB962C8B-B14F-4D97-AF65-F5344CB8AC3E}">
        <p14:creationId xmlns:p14="http://schemas.microsoft.com/office/powerpoint/2010/main" val="145479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7C6F-B498-3E00-D616-678E81763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00CD5F12-6BB3-DAFA-98E6-A9F15545FD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1276760"/>
            <a:ext cx="7958446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59F35C1-260E-4737-D884-04EC308F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C03C96D-8B04-D229-76D3-F70A89202C96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この後は、聞かれても入力なしで、インストール画面に切り替わります。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03419B-4DD2-9EC0-8017-4895EB458D1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</p:spTree>
    <p:extLst>
      <p:ext uri="{BB962C8B-B14F-4D97-AF65-F5344CB8AC3E}">
        <p14:creationId xmlns:p14="http://schemas.microsoft.com/office/powerpoint/2010/main" val="3880454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7F63-6705-5BC6-30CC-8761E9D1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C3202AA-6332-C74C-2BBB-AE80EF9964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1" y="1758784"/>
            <a:ext cx="7958448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A87342-68BB-4A63-7DFA-56DDD65D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DB009F4-229D-1250-CE7F-313B8B4A5777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B14D027-8B64-DF80-4059-8DDF59F1395C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F0C76AC-1129-B16B-9199-34B5B5A95369}"/>
              </a:ext>
            </a:extLst>
          </p:cNvPr>
          <p:cNvSpPr/>
          <p:nvPr/>
        </p:nvSpPr>
        <p:spPr>
          <a:xfrm>
            <a:off x="375227" y="5440219"/>
            <a:ext cx="3882736" cy="89765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5B2291-1F03-918C-F3BD-6847632CA9B7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/home/pi/.node-red/settings.js </a:t>
            </a:r>
            <a:r>
              <a:rPr kumimoji="1" lang="ja-JP" altLang="en-US" sz="2000" dirty="0"/>
              <a:t>でいいので、エンターキーを押します。</a:t>
            </a:r>
          </a:p>
        </p:txBody>
      </p:sp>
    </p:spTree>
    <p:extLst>
      <p:ext uri="{BB962C8B-B14F-4D97-AF65-F5344CB8AC3E}">
        <p14:creationId xmlns:p14="http://schemas.microsoft.com/office/powerpoint/2010/main" val="832594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3B565-5388-D578-C2B9-A1D40603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A182A6F-9048-2BEA-BDC8-E951D73930A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2" y="1758784"/>
            <a:ext cx="7958448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E52A898-C8EA-2B42-B930-A64357D8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2C7A34B-180D-45ED-2D79-2764D825F53A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AF5449-661A-0C8F-F326-138786689228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61DF6C3-B80A-6138-868A-EFC533B9A5D9}"/>
              </a:ext>
            </a:extLst>
          </p:cNvPr>
          <p:cNvSpPr/>
          <p:nvPr/>
        </p:nvSpPr>
        <p:spPr>
          <a:xfrm>
            <a:off x="356755" y="5839653"/>
            <a:ext cx="2480080" cy="51669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664115-74F1-5D2D-73CD-BA7378CEB1BA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Yes</a:t>
            </a:r>
            <a:r>
              <a:rPr kumimoji="1" lang="ja-JP" altLang="en-US" sz="2000" dirty="0"/>
              <a:t>なので、エンターキーを押します。</a:t>
            </a:r>
          </a:p>
        </p:txBody>
      </p:sp>
    </p:spTree>
    <p:extLst>
      <p:ext uri="{BB962C8B-B14F-4D97-AF65-F5344CB8AC3E}">
        <p14:creationId xmlns:p14="http://schemas.microsoft.com/office/powerpoint/2010/main" val="3381737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2E892-2A85-A276-18A2-4293F173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FDF8F94-A568-FBE2-EB72-AE8E5B0847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2" y="1752252"/>
            <a:ext cx="7958448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4CAA454-7DFE-EA25-EDBC-5F5A6ACF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B3B526B-06CD-715A-3E69-3ADB6AF16BA9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D01D2E-0149-6EF4-4E58-2AE09F72A6A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717C0C9-D49B-6667-23AD-6AA09B26DCF0}"/>
              </a:ext>
            </a:extLst>
          </p:cNvPr>
          <p:cNvSpPr/>
          <p:nvPr/>
        </p:nvSpPr>
        <p:spPr>
          <a:xfrm>
            <a:off x="356755" y="5458691"/>
            <a:ext cx="2765136" cy="89765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8B0ADF-5992-400C-CA43-C4E69C96F487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Yes</a:t>
            </a:r>
            <a:r>
              <a:rPr kumimoji="1" lang="ja-JP" altLang="en-US" sz="2000" dirty="0"/>
              <a:t>なので、エンターキーを押します。</a:t>
            </a:r>
          </a:p>
        </p:txBody>
      </p:sp>
    </p:spTree>
    <p:extLst>
      <p:ext uri="{BB962C8B-B14F-4D97-AF65-F5344CB8AC3E}">
        <p14:creationId xmlns:p14="http://schemas.microsoft.com/office/powerpoint/2010/main" val="3710039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18C43-37B4-0407-D09D-D3E68810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CFF8A4C-EA42-85AE-B921-C5990B72BF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299" y="1948442"/>
            <a:ext cx="7958447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FC12133-34C2-EF87-8448-C75A606B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7A3DAE5-29AB-7D68-CB3D-13600A4C1664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F4BAF0E-3E35-19B2-192E-CC2FF31D600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AB6F276-56F2-BAC1-D7E6-5A8362F1BAA9}"/>
              </a:ext>
            </a:extLst>
          </p:cNvPr>
          <p:cNvSpPr/>
          <p:nvPr/>
        </p:nvSpPr>
        <p:spPr>
          <a:xfrm>
            <a:off x="207483" y="5654881"/>
            <a:ext cx="3328554" cy="89765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5BC40F-4A2F-1CFE-4BB0-2B0718F75578}"/>
              </a:ext>
            </a:extLst>
          </p:cNvPr>
          <p:cNvSpPr txBox="1"/>
          <p:nvPr/>
        </p:nvSpPr>
        <p:spPr>
          <a:xfrm>
            <a:off x="216938" y="972649"/>
            <a:ext cx="82665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Username: pi</a:t>
            </a:r>
          </a:p>
          <a:p>
            <a:r>
              <a:rPr kumimoji="1" lang="en-US" altLang="ja-JP" sz="2000" dirty="0"/>
              <a:t>Password: raspberry</a:t>
            </a:r>
          </a:p>
          <a:p>
            <a:r>
              <a:rPr kumimoji="1" lang="ja-JP" altLang="en-US" sz="2000" dirty="0"/>
              <a:t>を入力しました。</a:t>
            </a:r>
            <a:r>
              <a:rPr kumimoji="1" lang="en-US" altLang="ja-JP" sz="2000" dirty="0"/>
              <a:t> 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9932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2128-B5C1-62AE-3BE5-A77C5164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BCA0F3E-823D-79C3-0B70-C38121CD25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2" y="1752252"/>
            <a:ext cx="7958448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1EA896B-C1BA-414D-F5F6-6362CAAE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BAC9C71-CD1A-B199-3F1D-DDCA2C3E4D8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6C463B-AA19-B91B-68B0-C84700DCD45C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9BB209B-2379-A6EC-E344-1DD2F1294C9E}"/>
              </a:ext>
            </a:extLst>
          </p:cNvPr>
          <p:cNvSpPr/>
          <p:nvPr/>
        </p:nvSpPr>
        <p:spPr>
          <a:xfrm>
            <a:off x="356755" y="5754255"/>
            <a:ext cx="1795318" cy="60209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5C1679-7DC9-BA21-1C6C-ABC00B8FCB41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full access </a:t>
            </a:r>
            <a:r>
              <a:rPr kumimoji="1" lang="ja-JP" altLang="en-US" sz="2000" dirty="0"/>
              <a:t>を選択なので、エンターキーを押します。</a:t>
            </a:r>
          </a:p>
        </p:txBody>
      </p:sp>
    </p:spTree>
    <p:extLst>
      <p:ext uri="{BB962C8B-B14F-4D97-AF65-F5344CB8AC3E}">
        <p14:creationId xmlns:p14="http://schemas.microsoft.com/office/powerpoint/2010/main" val="2138536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F060-7E43-4645-96D4-6A32D706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4AE82FA-DE23-3FA6-C37A-56947AC3561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2" y="1758784"/>
            <a:ext cx="7958448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3B31445-9C28-918D-0C85-2A654DDA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8DD4BCD-4D51-7210-4C11-5A72F03C22F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AECAE4-F221-BA98-B2F8-97D85DD898A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10AE385-6AAB-E621-A32F-4027095B5BD4}"/>
              </a:ext>
            </a:extLst>
          </p:cNvPr>
          <p:cNvSpPr/>
          <p:nvPr/>
        </p:nvSpPr>
        <p:spPr>
          <a:xfrm>
            <a:off x="356755" y="5754255"/>
            <a:ext cx="1573645" cy="60209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EA9F3E-2050-E8B8-C953-75213183FAE9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No </a:t>
            </a:r>
            <a:r>
              <a:rPr kumimoji="1" lang="ja-JP" altLang="en-US" sz="2000" dirty="0"/>
              <a:t>なので、エンターキーを押します。</a:t>
            </a:r>
          </a:p>
        </p:txBody>
      </p:sp>
    </p:spTree>
    <p:extLst>
      <p:ext uri="{BB962C8B-B14F-4D97-AF65-F5344CB8AC3E}">
        <p14:creationId xmlns:p14="http://schemas.microsoft.com/office/powerpoint/2010/main" val="2958793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4531-7094-6259-0EE2-8671F8654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788CA40-F660-DDEE-654E-B9B27D2A737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2" y="1758784"/>
            <a:ext cx="7958448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4A41A1B-1775-ED67-84CF-A1DFB394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1150D01-D4A2-3E6E-51C3-6FA2B521D9AF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68D4D6-8BD7-DCDC-D147-CB0F83B18174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183F337-27B3-EC43-ADA6-C6272428246A}"/>
              </a:ext>
            </a:extLst>
          </p:cNvPr>
          <p:cNvSpPr/>
          <p:nvPr/>
        </p:nvSpPr>
        <p:spPr>
          <a:xfrm>
            <a:off x="356755" y="5708075"/>
            <a:ext cx="3430154" cy="60209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D1FAD9-2F96-9347-71E5-00E44338A8E9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No </a:t>
            </a:r>
            <a:r>
              <a:rPr kumimoji="1" lang="ja-JP" altLang="en-US" sz="2000" dirty="0"/>
              <a:t>なので、エンターキーを押します。</a:t>
            </a:r>
          </a:p>
        </p:txBody>
      </p:sp>
    </p:spTree>
    <p:extLst>
      <p:ext uri="{BB962C8B-B14F-4D97-AF65-F5344CB8AC3E}">
        <p14:creationId xmlns:p14="http://schemas.microsoft.com/office/powerpoint/2010/main" val="3111681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57A3D-15D6-185D-BDFB-C484E426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3F347F98-E9B9-205D-9097-46A0932303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2" y="1758784"/>
            <a:ext cx="7958447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B08FD8-07A3-BB54-B620-6F42B234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15498FA-C043-5C5C-D98F-D5132CDB7187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DEE3AB-9AA9-BA11-7DB2-6E65CB9D8D9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F53A818-6732-2BCB-8669-9EE36950BBEF}"/>
              </a:ext>
            </a:extLst>
          </p:cNvPr>
          <p:cNvSpPr/>
          <p:nvPr/>
        </p:nvSpPr>
        <p:spPr>
          <a:xfrm>
            <a:off x="356755" y="5708075"/>
            <a:ext cx="3430154" cy="60209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96BFD4-CF15-3BA5-06CD-6E9A2A83503D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flows.json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でいいので、エンターキーを押します。</a:t>
            </a:r>
          </a:p>
        </p:txBody>
      </p:sp>
    </p:spTree>
    <p:extLst>
      <p:ext uri="{BB962C8B-B14F-4D97-AF65-F5344CB8AC3E}">
        <p14:creationId xmlns:p14="http://schemas.microsoft.com/office/powerpoint/2010/main" val="4026709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0974B-9102-BEF3-D2A5-384307960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CCF16F6-E439-BCD2-84E4-A6C60583247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2" y="1760737"/>
            <a:ext cx="7958447" cy="448242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18FAEB0-C29C-8DC1-6488-57D4AD08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3B24FAB-2C89-9372-C99E-99D906308267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5A2B0C-4E2B-50B5-C5D2-B8063EACA99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9382702-8593-95B1-87CD-7E18C2EC73E6}"/>
              </a:ext>
            </a:extLst>
          </p:cNvPr>
          <p:cNvSpPr/>
          <p:nvPr/>
        </p:nvSpPr>
        <p:spPr>
          <a:xfrm>
            <a:off x="379468" y="5999068"/>
            <a:ext cx="4312606" cy="26256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A51D7E-C6AF-2B3F-4996-06F6FC3FB9D9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フレーズを入れないで、エンターキーを押しました。後で編集可能です。</a:t>
            </a:r>
          </a:p>
        </p:txBody>
      </p:sp>
    </p:spTree>
    <p:extLst>
      <p:ext uri="{BB962C8B-B14F-4D97-AF65-F5344CB8AC3E}">
        <p14:creationId xmlns:p14="http://schemas.microsoft.com/office/powerpoint/2010/main" val="1407713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27E7-80EF-ABC1-D4E4-5A5372FC0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CCE600AB-908F-03D7-80EA-2E2906EA00F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1" y="1760737"/>
            <a:ext cx="7958447" cy="448242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134E5C6-041C-382F-729E-6C661ABF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888D273-F54E-80DE-433A-AD7B4F411E6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0AF372-E3C5-399D-CDD6-24B1FA5A017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305AF88-6844-CF29-9F3A-D7C1ABBF96C5}"/>
              </a:ext>
            </a:extLst>
          </p:cNvPr>
          <p:cNvSpPr/>
          <p:nvPr/>
        </p:nvSpPr>
        <p:spPr>
          <a:xfrm>
            <a:off x="468863" y="2073614"/>
            <a:ext cx="898120" cy="26256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6ADCA7-709B-87DD-00AE-E36B5380045A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デフォルトでいいので、エンターキーを押しました。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048328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C4C8-272F-EAE0-AA60-D56BA4BC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FD08BDD-2321-0F14-4985-DF81505BA50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1" y="1760737"/>
            <a:ext cx="7958447" cy="448242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92D974D-7559-8C70-6D19-5E951BCF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F08B6B5-15C3-1E07-52F6-C4A2A13CD51F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6E20B79-7D99-7898-7565-E03EB907F8BF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EC4D517-23EF-93B8-EFEC-2ECE94E83370}"/>
              </a:ext>
            </a:extLst>
          </p:cNvPr>
          <p:cNvSpPr/>
          <p:nvPr/>
        </p:nvSpPr>
        <p:spPr>
          <a:xfrm>
            <a:off x="450390" y="2489251"/>
            <a:ext cx="4509537" cy="494094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48FA798-9C09-4889-BDA7-6BAD100888FF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デフォルトでいいので、エンターキーを押しました。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004151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8ABE-98D1-36F8-F6FE-4578ACB7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96B3C19-A5D8-83D9-71E3-C5FD3159A3C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1" y="1760737"/>
            <a:ext cx="7958447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9FEEE7B-E63E-CFAF-DB95-136ECF62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FC9238B-5791-904E-ABF6-DD35C8E2CA1E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56C7A43-5CBC-B641-A776-20256286BFD4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B808CE6-D8AE-CB30-58C6-73BBD3CB1195}"/>
              </a:ext>
            </a:extLst>
          </p:cNvPr>
          <p:cNvSpPr/>
          <p:nvPr/>
        </p:nvSpPr>
        <p:spPr>
          <a:xfrm>
            <a:off x="342523" y="2736297"/>
            <a:ext cx="5347077" cy="80122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EDC7FA-50A6-C26D-F75C-91B84902D6A7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Yes </a:t>
            </a:r>
            <a:r>
              <a:rPr kumimoji="1" lang="ja-JP" altLang="en-US" sz="2000" dirty="0"/>
              <a:t>なので、エンターキーを押しました。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397222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19752-7630-7E57-E6A4-760AB7FE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FDA7A6D-CF6A-1A7B-9587-7F677D4CE71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571" y="1760737"/>
            <a:ext cx="7958447" cy="44824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79F6467-739D-F0F0-2D6E-BE651507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3F923E0-DB3B-0DB6-760C-2E3E1E4CF8C6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インストールが終わると、質問コーナーです。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6F6B59-9309-31E5-97F8-F940A68CAE58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68B86CC-C1A1-2278-23D8-72BB51C9542D}"/>
              </a:ext>
            </a:extLst>
          </p:cNvPr>
          <p:cNvSpPr/>
          <p:nvPr/>
        </p:nvSpPr>
        <p:spPr>
          <a:xfrm>
            <a:off x="342523" y="2736298"/>
            <a:ext cx="5504095" cy="579558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3FAD9B-2B4B-7BB0-8D3D-04EF5E651890}"/>
              </a:ext>
            </a:extLst>
          </p:cNvPr>
          <p:cNvSpPr txBox="1"/>
          <p:nvPr/>
        </p:nvSpPr>
        <p:spPr>
          <a:xfrm>
            <a:off x="342523" y="123700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Yes </a:t>
            </a:r>
            <a:r>
              <a:rPr kumimoji="1" lang="ja-JP" altLang="en-US" sz="2000" dirty="0"/>
              <a:t>なので、エンターキーを押しました。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2717508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CCA5-E91D-9492-9726-9E80CA13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178F65-0CC4-3CBD-C0EF-B8B94050F598}"/>
              </a:ext>
            </a:extLst>
          </p:cNvPr>
          <p:cNvSpPr txBox="1"/>
          <p:nvPr/>
        </p:nvSpPr>
        <p:spPr>
          <a:xfrm>
            <a:off x="2137677" y="2267527"/>
            <a:ext cx="48686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/>
              <a:t>Node-RED</a:t>
            </a:r>
            <a:r>
              <a:rPr lang="ja-JP" altLang="en-US" sz="3600" dirty="0"/>
              <a:t>の起動の設定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903D765-8DCD-AABE-EE54-47A7CD47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94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9AF3-E785-16A9-463E-8B5078A5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320D87F-FA1B-8B28-F5C0-3C915549AB2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199096"/>
            <a:ext cx="7941407" cy="447282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9DA80C-7A76-7E78-0032-D83AFFEE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57E568-3C24-47A0-408D-E5C512075654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の起動設定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FD87BE3-1015-2349-26FD-15F16A3EA0F0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一度、ユーザ内で起動します。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8C31C25-DF0E-A098-7DDB-DE0D5F9D0347}"/>
              </a:ext>
            </a:extLst>
          </p:cNvPr>
          <p:cNvSpPr/>
          <p:nvPr/>
        </p:nvSpPr>
        <p:spPr>
          <a:xfrm>
            <a:off x="1552231" y="3735264"/>
            <a:ext cx="932351" cy="20452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A238E07-36C6-3DD3-5AA9-B56AFC54059D}"/>
              </a:ext>
            </a:extLst>
          </p:cNvPr>
          <p:cNvCxnSpPr>
            <a:cxnSpLocks/>
          </p:cNvCxnSpPr>
          <p:nvPr/>
        </p:nvCxnSpPr>
        <p:spPr>
          <a:xfrm>
            <a:off x="1080656" y="1731581"/>
            <a:ext cx="572653" cy="187983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B5FD137-2ABC-FDBE-D9EC-285CF18B778E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node-red-pi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45CE73-2733-1751-D201-19081611278C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4A37075-6F34-9F84-AF4F-31291AE79AF1}"/>
              </a:ext>
            </a:extLst>
          </p:cNvPr>
          <p:cNvSpPr txBox="1"/>
          <p:nvPr/>
        </p:nvSpPr>
        <p:spPr>
          <a:xfrm>
            <a:off x="1275624" y="1786223"/>
            <a:ext cx="7660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この表示が出たら、</a:t>
            </a:r>
            <a:r>
              <a:rPr kumimoji="1" lang="en-US" altLang="ja-JP" sz="2000" dirty="0"/>
              <a:t>[CTRL]-C</a:t>
            </a:r>
            <a:r>
              <a:rPr kumimoji="1" lang="ja-JP" altLang="en-US" sz="2000" dirty="0"/>
              <a:t>で実行を止めます。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C278650-9FAB-CDAE-24FA-653FF501CE1C}"/>
              </a:ext>
            </a:extLst>
          </p:cNvPr>
          <p:cNvSpPr/>
          <p:nvPr/>
        </p:nvSpPr>
        <p:spPr>
          <a:xfrm>
            <a:off x="216938" y="4156364"/>
            <a:ext cx="5638917" cy="2458559"/>
          </a:xfrm>
          <a:prstGeom prst="roundRect">
            <a:avLst>
              <a:gd name="adj" fmla="val 71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82F30EF-E4FD-0011-A17E-C910E3F99A2B}"/>
              </a:ext>
            </a:extLst>
          </p:cNvPr>
          <p:cNvCxnSpPr>
            <a:cxnSpLocks/>
          </p:cNvCxnSpPr>
          <p:nvPr/>
        </p:nvCxnSpPr>
        <p:spPr>
          <a:xfrm>
            <a:off x="2679550" y="2088506"/>
            <a:ext cx="433105" cy="199396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255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94D7B-4EFE-54F3-905A-D599A034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287053C7-3D8D-4E94-A47B-C078E0B0BD8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3" y="2199095"/>
            <a:ext cx="7941405" cy="447282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EA7832-C8DE-D471-CCDE-E51529CC4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7E2B46-F89D-A268-4CD4-A94D2FD76D3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の起動設定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A45C3DD-D9F6-2EA1-99F1-D1AD01DE285A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root</a:t>
            </a:r>
            <a:r>
              <a:rPr kumimoji="1" lang="ja-JP" altLang="en-US" sz="2000" dirty="0"/>
              <a:t>で起動します。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ECC56A3-665C-C526-4840-813BAB884838}"/>
              </a:ext>
            </a:extLst>
          </p:cNvPr>
          <p:cNvSpPr/>
          <p:nvPr/>
        </p:nvSpPr>
        <p:spPr>
          <a:xfrm>
            <a:off x="1450630" y="5093010"/>
            <a:ext cx="1301806" cy="20452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CFF072C-475A-5302-1FE3-D8D143091917}"/>
              </a:ext>
            </a:extLst>
          </p:cNvPr>
          <p:cNvCxnSpPr>
            <a:cxnSpLocks/>
          </p:cNvCxnSpPr>
          <p:nvPr/>
        </p:nvCxnSpPr>
        <p:spPr>
          <a:xfrm>
            <a:off x="1080656" y="1731581"/>
            <a:ext cx="729671" cy="324681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33A7C5-90CD-C3E4-C40F-FE543156A0C6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sudo node-red-pi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68DD7A-0155-75CB-5124-F7A1A53941E2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2590720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FF777-B0F0-F0F9-6865-28C92006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8E787F6-38B2-26D1-C0DD-0346AF202C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199095"/>
            <a:ext cx="7941406" cy="447282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8FCC7BB-F282-FE53-A676-7DFB587D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9B2715-ACB1-582F-8B94-AC20CF84097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の起動設定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0AA07DA-CBE0-77AC-F8F5-46C5BAED3DC6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一度、ユーザ内で起動します。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7B15301-04AB-CBC9-E3F3-0C40AB114186}"/>
              </a:ext>
            </a:extLst>
          </p:cNvPr>
          <p:cNvSpPr txBox="1"/>
          <p:nvPr/>
        </p:nvSpPr>
        <p:spPr>
          <a:xfrm>
            <a:off x="586845" y="1303862"/>
            <a:ext cx="7660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この表示が出たら、</a:t>
            </a:r>
            <a:r>
              <a:rPr kumimoji="1" lang="en-US" altLang="ja-JP" sz="2000" dirty="0"/>
              <a:t>[CTRL]-C</a:t>
            </a:r>
            <a:r>
              <a:rPr kumimoji="1" lang="ja-JP" altLang="en-US" sz="2000" dirty="0"/>
              <a:t>で実行を止めます。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6C7377E-EF06-1902-252E-ED74E6AF9933}"/>
              </a:ext>
            </a:extLst>
          </p:cNvPr>
          <p:cNvSpPr/>
          <p:nvPr/>
        </p:nvSpPr>
        <p:spPr>
          <a:xfrm>
            <a:off x="216938" y="2651980"/>
            <a:ext cx="5638917" cy="3962943"/>
          </a:xfrm>
          <a:prstGeom prst="roundRect">
            <a:avLst>
              <a:gd name="adj" fmla="val 71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8E439D2-2878-38B6-34B3-84AC4EF50C4B}"/>
              </a:ext>
            </a:extLst>
          </p:cNvPr>
          <p:cNvCxnSpPr>
            <a:cxnSpLocks/>
          </p:cNvCxnSpPr>
          <p:nvPr/>
        </p:nvCxnSpPr>
        <p:spPr>
          <a:xfrm>
            <a:off x="3112655" y="1703972"/>
            <a:ext cx="0" cy="89100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35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AAAC-02E3-3CAD-7432-D9E082EC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236F589-6D19-D99F-57C2-61FB9D647EC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199095"/>
            <a:ext cx="7941403" cy="44728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8480C8-8F61-8166-9168-A468BE70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E5F278-6651-5D51-FB16-55E966EAF661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Node-RED</a:t>
            </a:r>
            <a:r>
              <a:rPr kumimoji="1" lang="ja-JP" altLang="en-US" sz="2400" dirty="0"/>
              <a:t>の起動設定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069225E-5492-3A49-81AF-308790445BC3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自動起動にします。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A755BF2-2347-44AB-8138-661DF62EB73B}"/>
              </a:ext>
            </a:extLst>
          </p:cNvPr>
          <p:cNvSpPr/>
          <p:nvPr/>
        </p:nvSpPr>
        <p:spPr>
          <a:xfrm>
            <a:off x="1529398" y="6034035"/>
            <a:ext cx="2543838" cy="19151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E764B2F-0F25-CD49-8C29-26AEECCC759E}"/>
              </a:ext>
            </a:extLst>
          </p:cNvPr>
          <p:cNvCxnSpPr>
            <a:cxnSpLocks/>
          </p:cNvCxnSpPr>
          <p:nvPr/>
        </p:nvCxnSpPr>
        <p:spPr>
          <a:xfrm>
            <a:off x="2336800" y="1773460"/>
            <a:ext cx="471055" cy="421102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FA39A90-63FF-8E4D-C497-065E8A178CC1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891480-A749-9A1A-F4EF-0AF8463D5BE6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systemctl</a:t>
            </a:r>
            <a:r>
              <a:rPr kumimoji="1" lang="en-US" altLang="ja-JP" sz="2000" dirty="0"/>
              <a:t> enable </a:t>
            </a:r>
            <a:r>
              <a:rPr kumimoji="1" lang="en-US" altLang="ja-JP" sz="2000" dirty="0" err="1"/>
              <a:t>nodered.service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2630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5B8F-22C8-6E83-3ED8-C2207D4F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76F568-D4CE-DCFC-A6D8-4F6827E2E00F}"/>
              </a:ext>
            </a:extLst>
          </p:cNvPr>
          <p:cNvSpPr txBox="1"/>
          <p:nvPr/>
        </p:nvSpPr>
        <p:spPr>
          <a:xfrm>
            <a:off x="1893059" y="2267527"/>
            <a:ext cx="538961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kumimoji="1" lang="en-US" altLang="ja-JP" sz="3600" dirty="0" err="1"/>
              <a:t>linux</a:t>
            </a:r>
            <a:r>
              <a:rPr kumimoji="1" lang="ja-JP" altLang="en-US" sz="3600" dirty="0"/>
              <a:t>のエディタ</a:t>
            </a:r>
            <a:r>
              <a:rPr kumimoji="1" lang="en-US" altLang="ja-JP" sz="3600" dirty="0"/>
              <a:t>nano</a:t>
            </a:r>
            <a:r>
              <a:rPr kumimoji="1" lang="ja-JP" altLang="en-US" sz="3600" dirty="0"/>
              <a:t>の勉強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455111B-E743-F1F9-7011-33D92538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72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F961-6448-0792-FB32-787F975C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64BBACB-45AE-181A-5B0B-66CCB31FA09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053" y="1994526"/>
            <a:ext cx="7941402" cy="447282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D2375A-542F-6824-C5C9-7749D0EF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CD0D77-0E3F-7DB7-BDAC-4BC59E2A6D1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linux</a:t>
            </a:r>
            <a:r>
              <a:rPr kumimoji="1" lang="ja-JP" altLang="en-US" sz="2400" dirty="0"/>
              <a:t>のエディタ</a:t>
            </a:r>
            <a:r>
              <a:rPr kumimoji="1" lang="en-US" altLang="ja-JP" sz="2400" dirty="0"/>
              <a:t>nano</a:t>
            </a:r>
            <a:r>
              <a:rPr kumimoji="1" lang="ja-JP" altLang="en-US" sz="2400" dirty="0"/>
              <a:t>の勉強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48FA84B-E72D-5B8E-102B-D6600DAE8778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common</a:t>
            </a:r>
            <a:r>
              <a:rPr kumimoji="1" lang="ja-JP" altLang="en-US" sz="2000" dirty="0"/>
              <a:t>フォルダに</a:t>
            </a:r>
            <a:r>
              <a:rPr kumimoji="1" lang="en-US" altLang="ja-JP" sz="2000" dirty="0"/>
              <a:t>text.txt</a:t>
            </a:r>
            <a:r>
              <a:rPr kumimoji="1" lang="ja-JP" altLang="en-US" sz="2000" dirty="0"/>
              <a:t>ファイルを作成します。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B5728F1-54F1-5424-2A8B-0CE350D9E05E}"/>
              </a:ext>
            </a:extLst>
          </p:cNvPr>
          <p:cNvSpPr/>
          <p:nvPr/>
        </p:nvSpPr>
        <p:spPr>
          <a:xfrm>
            <a:off x="1455507" y="6257364"/>
            <a:ext cx="1851111" cy="19151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322162C-2FF2-1FBF-342F-55370C5BDF8A}"/>
              </a:ext>
            </a:extLst>
          </p:cNvPr>
          <p:cNvCxnSpPr>
            <a:cxnSpLocks/>
          </p:cNvCxnSpPr>
          <p:nvPr/>
        </p:nvCxnSpPr>
        <p:spPr>
          <a:xfrm>
            <a:off x="2235200" y="1767494"/>
            <a:ext cx="0" cy="443958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36C5C8-97F0-6CCF-BE12-206728C5B117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1E84A3-5A84-5459-6B4D-A22F3469B992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nano common/text.txt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1579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8E6-3B88-6A8A-EAF3-76182C31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AB102E4-1851-E076-A966-3D2B09F1D59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299" y="1487478"/>
            <a:ext cx="7941402" cy="447282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AA62196-8300-1837-FE42-BF46AEB9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D35749-2CA1-CC0E-17F8-DB5144563969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linux</a:t>
            </a:r>
            <a:r>
              <a:rPr kumimoji="1" lang="ja-JP" altLang="en-US" sz="2400" dirty="0"/>
              <a:t>のエディタ</a:t>
            </a:r>
            <a:r>
              <a:rPr kumimoji="1" lang="en-US" altLang="ja-JP" sz="2400" dirty="0"/>
              <a:t>nano</a:t>
            </a:r>
            <a:r>
              <a:rPr kumimoji="1" lang="ja-JP" altLang="en-US" sz="2400" dirty="0"/>
              <a:t>の勉強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F67A68-5E80-92F0-DF52-E8D4DA3E3D54}"/>
              </a:ext>
            </a:extLst>
          </p:cNvPr>
          <p:cNvSpPr txBox="1"/>
          <p:nvPr/>
        </p:nvSpPr>
        <p:spPr>
          <a:xfrm>
            <a:off x="877456" y="889345"/>
            <a:ext cx="6271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エディタの画面です。</a:t>
            </a:r>
          </a:p>
        </p:txBody>
      </p:sp>
    </p:spTree>
    <p:extLst>
      <p:ext uri="{BB962C8B-B14F-4D97-AF65-F5344CB8AC3E}">
        <p14:creationId xmlns:p14="http://schemas.microsoft.com/office/powerpoint/2010/main" val="411678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C2438-EF53-D8F8-5EF7-32ECE8B5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826D688-D486-C870-D1AD-F5FFC57A93B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994316"/>
            <a:ext cx="7941402" cy="447282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2E6F323-08C7-C0CE-F98C-5C0DD6C4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1CB9644-3B48-BEB6-B2A8-B1B0C23BC6AF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linux</a:t>
            </a:r>
            <a:r>
              <a:rPr kumimoji="1" lang="ja-JP" altLang="en-US" sz="2400" dirty="0"/>
              <a:t>のエディタ</a:t>
            </a:r>
            <a:r>
              <a:rPr kumimoji="1" lang="en-US" altLang="ja-JP" sz="2400" dirty="0"/>
              <a:t>nano</a:t>
            </a:r>
            <a:r>
              <a:rPr kumimoji="1" lang="ja-JP" altLang="en-US" sz="2400" dirty="0"/>
              <a:t>の勉強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A8F20BF-849E-E2FF-32E9-6CAE5BBB44B3}"/>
              </a:ext>
            </a:extLst>
          </p:cNvPr>
          <p:cNvSpPr txBox="1"/>
          <p:nvPr/>
        </p:nvSpPr>
        <p:spPr>
          <a:xfrm>
            <a:off x="618836" y="889345"/>
            <a:ext cx="8200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ファイルの保存は、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[CTRL] + o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キーを押して、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[ENTER]</a:t>
            </a:r>
            <a:r>
              <a:rPr kumimoji="1" lang="ja-JP" altLang="en-US" sz="2000" dirty="0"/>
              <a:t>キーを押します。</a:t>
            </a:r>
          </a:p>
          <a:p>
            <a:r>
              <a:rPr kumimoji="1" lang="ja-JP" altLang="en-US" sz="2000" dirty="0"/>
              <a:t>編集の終了は、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[CTRL] + x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キーです。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[Alt] + n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 </a:t>
            </a:r>
            <a:r>
              <a:rPr kumimoji="1" lang="ja-JP" altLang="en-US" sz="2000" dirty="0"/>
              <a:t>キーで行番号を表示します。</a:t>
            </a:r>
            <a:endParaRPr kumimoji="1" lang="en-US" altLang="ja-JP" sz="2000" dirty="0"/>
          </a:p>
          <a:p>
            <a:r>
              <a:rPr kumimoji="1" lang="ja-JP" altLang="en-US" sz="2000" dirty="0"/>
              <a:t>とりあえず、これだけ覚えてください。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287454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6BB41-FFF6-DC13-DC13-A2A00D22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7826F50-C6C6-F0B0-B955-1193FBBBC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494" y="1594756"/>
            <a:ext cx="7421011" cy="427732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A014A77-E4A1-106B-2A90-ED92436E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581B0F-272A-2F81-CBCC-0881DE8AEBB9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linux</a:t>
            </a:r>
            <a:r>
              <a:rPr kumimoji="1" lang="ja-JP" altLang="en-US" sz="2400" dirty="0"/>
              <a:t>のエディタ</a:t>
            </a:r>
            <a:r>
              <a:rPr kumimoji="1" lang="en-US" altLang="ja-JP" sz="2400" dirty="0"/>
              <a:t>nano</a:t>
            </a:r>
            <a:r>
              <a:rPr kumimoji="1" lang="ja-JP" altLang="en-US" sz="2400" dirty="0"/>
              <a:t>の勉強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493EF1-7EE8-D276-925A-9D9A8D640692}"/>
              </a:ext>
            </a:extLst>
          </p:cNvPr>
          <p:cNvSpPr txBox="1"/>
          <p:nvPr/>
        </p:nvSpPr>
        <p:spPr>
          <a:xfrm>
            <a:off x="568973" y="795806"/>
            <a:ext cx="7665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Windows</a:t>
            </a:r>
            <a:r>
              <a:rPr kumimoji="1" lang="ja-JP" altLang="en-US" sz="2000" dirty="0"/>
              <a:t>の共有フォルダの</a:t>
            </a:r>
            <a:r>
              <a:rPr kumimoji="1" lang="en-US" altLang="ja-JP" sz="2000" dirty="0"/>
              <a:t>common</a:t>
            </a:r>
            <a:r>
              <a:rPr kumimoji="1" lang="ja-JP" altLang="en-US" sz="2000" dirty="0"/>
              <a:t>に、</a:t>
            </a:r>
            <a:r>
              <a:rPr kumimoji="1" lang="en-US" altLang="ja-JP" sz="2000" dirty="0"/>
              <a:t>nano</a:t>
            </a:r>
            <a:r>
              <a:rPr kumimoji="1" lang="ja-JP" altLang="en-US" sz="2000" dirty="0"/>
              <a:t>作成した </a:t>
            </a:r>
            <a:r>
              <a:rPr kumimoji="1" lang="en-US" altLang="ja-JP" sz="2000" dirty="0"/>
              <a:t>text.txt</a:t>
            </a:r>
            <a:r>
              <a:rPr kumimoji="1" lang="ja-JP" altLang="en-US" sz="2000" dirty="0"/>
              <a:t>ファイルができていることが分かります。</a:t>
            </a:r>
          </a:p>
        </p:txBody>
      </p:sp>
    </p:spTree>
    <p:extLst>
      <p:ext uri="{BB962C8B-B14F-4D97-AF65-F5344CB8AC3E}">
        <p14:creationId xmlns:p14="http://schemas.microsoft.com/office/powerpoint/2010/main" val="4217105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A169-6BAB-E6DC-FAC8-AC584940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DF635-09D7-65AD-BA11-C69A9AEC676D}"/>
              </a:ext>
            </a:extLst>
          </p:cNvPr>
          <p:cNvSpPr txBox="1"/>
          <p:nvPr/>
        </p:nvSpPr>
        <p:spPr>
          <a:xfrm>
            <a:off x="1301423" y="2267527"/>
            <a:ext cx="65411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/>
              <a:t>root</a:t>
            </a:r>
            <a:r>
              <a:rPr lang="ja-JP" altLang="en-US" sz="3600" dirty="0"/>
              <a:t>権限での</a:t>
            </a:r>
            <a:r>
              <a:rPr lang="en-US" altLang="ja-JP" sz="3600" dirty="0"/>
              <a:t>Node-RED</a:t>
            </a:r>
            <a:r>
              <a:rPr lang="ja-JP" altLang="en-US" sz="3600" dirty="0"/>
              <a:t>起動設定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5A1781C-0F64-2B03-5245-F3E65C5E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837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811C3-A0AF-FAFD-41F3-7494A199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AEA1449-D496-F871-33A9-23A5B403FB5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0995E24-01B7-5B39-469A-B8BC4DAE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A6A7CE-9B62-3E0A-9AEA-FC024AFBCE4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B09BF77-53DC-403D-6D58-EC9590BB22FB}"/>
              </a:ext>
            </a:extLst>
          </p:cNvPr>
          <p:cNvSpPr txBox="1"/>
          <p:nvPr/>
        </p:nvSpPr>
        <p:spPr>
          <a:xfrm>
            <a:off x="356754" y="988454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nano</a:t>
            </a:r>
            <a:r>
              <a:rPr kumimoji="1" lang="ja-JP" altLang="en-US" sz="2000" dirty="0"/>
              <a:t>エディタで、</a:t>
            </a:r>
            <a:r>
              <a:rPr kumimoji="1" lang="da-DK" altLang="ja-JP" sz="2000" dirty="0"/>
              <a:t>/lib/systemd/system/nodered.service</a:t>
            </a:r>
            <a:r>
              <a:rPr kumimoji="1" lang="ja-JP" altLang="en-US" sz="2000" dirty="0"/>
              <a:t> を編集します。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037D864-8434-B239-4376-D155D48AB0B3}"/>
              </a:ext>
            </a:extLst>
          </p:cNvPr>
          <p:cNvSpPr/>
          <p:nvPr/>
        </p:nvSpPr>
        <p:spPr>
          <a:xfrm>
            <a:off x="1487872" y="6287485"/>
            <a:ext cx="3176492" cy="19752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8CCD0C2-C7B6-5047-EBA9-10EB5047EF25}"/>
              </a:ext>
            </a:extLst>
          </p:cNvPr>
          <p:cNvCxnSpPr>
            <a:cxnSpLocks/>
          </p:cNvCxnSpPr>
          <p:nvPr/>
        </p:nvCxnSpPr>
        <p:spPr>
          <a:xfrm flipH="1">
            <a:off x="1976582" y="1666886"/>
            <a:ext cx="157018" cy="450999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46A0E89-3168-EC2A-BAFF-432B4A3AEC6E}"/>
              </a:ext>
            </a:extLst>
          </p:cNvPr>
          <p:cNvSpPr txBox="1"/>
          <p:nvPr/>
        </p:nvSpPr>
        <p:spPr>
          <a:xfrm>
            <a:off x="375227" y="135955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nano /lib/</a:t>
            </a:r>
            <a:r>
              <a:rPr kumimoji="1" lang="en-US" altLang="ja-JP" sz="2000" dirty="0" err="1"/>
              <a:t>systemd</a:t>
            </a:r>
            <a:r>
              <a:rPr kumimoji="1" lang="en-US" altLang="ja-JP" sz="2000" dirty="0"/>
              <a:t>/system/</a:t>
            </a:r>
            <a:r>
              <a:rPr kumimoji="1" lang="en-US" altLang="ja-JP" sz="2000" dirty="0" err="1"/>
              <a:t>nodered.service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17BE90-D1A1-CAE8-D4B8-4A24B94A97B7}"/>
              </a:ext>
            </a:extLst>
          </p:cNvPr>
          <p:cNvSpPr txBox="1"/>
          <p:nvPr/>
        </p:nvSpPr>
        <p:spPr>
          <a:xfrm>
            <a:off x="356754" y="681120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root</a:t>
            </a:r>
            <a:r>
              <a:rPr kumimoji="1" lang="ja-JP" altLang="en-US" sz="2000" dirty="0"/>
              <a:t>がユーザになるように設定します</a:t>
            </a:r>
          </a:p>
        </p:txBody>
      </p:sp>
    </p:spTree>
    <p:extLst>
      <p:ext uri="{BB962C8B-B14F-4D97-AF65-F5344CB8AC3E}">
        <p14:creationId xmlns:p14="http://schemas.microsoft.com/office/powerpoint/2010/main" val="3696537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9D95-FE9B-EEF7-A9CD-A6C9F205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1D80DC0-21E6-7952-1FE7-73468AC3EA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015670"/>
            <a:ext cx="7968004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5EEF36-A2AF-6D3F-D9F7-6D92CFFD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5125643-2E59-0D93-AB6E-AEB93F677920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7711494-608F-8C0A-3F12-4351B64206B6}"/>
              </a:ext>
            </a:extLst>
          </p:cNvPr>
          <p:cNvSpPr/>
          <p:nvPr/>
        </p:nvSpPr>
        <p:spPr>
          <a:xfrm>
            <a:off x="338281" y="3805382"/>
            <a:ext cx="2524989" cy="526473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ADF50C9-0E50-9830-97AD-6987B59B90CC}"/>
              </a:ext>
            </a:extLst>
          </p:cNvPr>
          <p:cNvCxnSpPr>
            <a:cxnSpLocks/>
          </p:cNvCxnSpPr>
          <p:nvPr/>
        </p:nvCxnSpPr>
        <p:spPr>
          <a:xfrm>
            <a:off x="1524000" y="1884218"/>
            <a:ext cx="0" cy="181956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343251-D89C-E6E1-E93C-B7B71D7EBFAC}"/>
              </a:ext>
            </a:extLst>
          </p:cNvPr>
          <p:cNvSpPr txBox="1"/>
          <p:nvPr/>
        </p:nvSpPr>
        <p:spPr>
          <a:xfrm>
            <a:off x="403454" y="636928"/>
            <a:ext cx="72165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11,12,13</a:t>
            </a:r>
            <a:r>
              <a:rPr kumimoji="1" lang="ja-JP" altLang="en-US" sz="2000" dirty="0"/>
              <a:t>行目の</a:t>
            </a:r>
            <a:r>
              <a:rPr kumimoji="1" lang="en-US" altLang="ja-JP" sz="2000" dirty="0"/>
              <a:t>3</a:t>
            </a:r>
            <a:r>
              <a:rPr kumimoji="1" lang="ja-JP" altLang="en-US" sz="2000" dirty="0"/>
              <a:t>か所を</a:t>
            </a:r>
            <a:r>
              <a:rPr kumimoji="1" lang="en-US" altLang="ja-JP" sz="2000" dirty="0"/>
              <a:t>root</a:t>
            </a:r>
            <a:r>
              <a:rPr kumimoji="1" lang="ja-JP" altLang="en-US" sz="2000" dirty="0"/>
              <a:t>用に書き換えます。</a:t>
            </a:r>
          </a:p>
          <a:p>
            <a:r>
              <a:rPr kumimoji="1" lang="en-US" altLang="ja-JP" sz="2000" dirty="0"/>
              <a:t>User=root</a:t>
            </a:r>
          </a:p>
          <a:p>
            <a:r>
              <a:rPr kumimoji="1" lang="en-US" altLang="ja-JP" sz="2000" dirty="0"/>
              <a:t>Group=root</a:t>
            </a:r>
          </a:p>
          <a:p>
            <a:r>
              <a:rPr kumimoji="1" lang="en-US" altLang="ja-JP" sz="2000" dirty="0" err="1"/>
              <a:t>WorkingDirectory</a:t>
            </a:r>
            <a:r>
              <a:rPr kumimoji="1" lang="en-US" altLang="ja-JP" sz="2000" dirty="0"/>
              <a:t>=/root/.node-red/</a:t>
            </a:r>
            <a:endParaRPr kumimoji="1" lang="ja-JP" altLang="en-US" sz="2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265D4FE-8532-2ED4-3753-3E5ADE3C75B2}"/>
              </a:ext>
            </a:extLst>
          </p:cNvPr>
          <p:cNvSpPr txBox="1"/>
          <p:nvPr/>
        </p:nvSpPr>
        <p:spPr>
          <a:xfrm>
            <a:off x="338282" y="6457890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書き換えたら、</a:t>
            </a:r>
            <a:r>
              <a:rPr kumimoji="1" lang="en-US" altLang="ja-JP" sz="2000" dirty="0">
                <a:solidFill>
                  <a:srgbClr val="FF0000"/>
                </a:solidFill>
              </a:rPr>
              <a:t>[CTRL] + o</a:t>
            </a:r>
            <a:r>
              <a:rPr kumimoji="1" lang="ja-JP" altLang="en-US" sz="2000" dirty="0">
                <a:solidFill>
                  <a:srgbClr val="FF0000"/>
                </a:solidFill>
              </a:rPr>
              <a:t>、</a:t>
            </a:r>
            <a:r>
              <a:rPr kumimoji="1" lang="en-US" altLang="ja-JP" sz="2000" dirty="0">
                <a:solidFill>
                  <a:srgbClr val="FF0000"/>
                </a:solidFill>
              </a:rPr>
              <a:t>[ENTER]</a:t>
            </a:r>
            <a:r>
              <a:rPr kumimoji="1" lang="ja-JP" altLang="en-US" sz="2000" dirty="0">
                <a:solidFill>
                  <a:srgbClr val="FF0000"/>
                </a:solidFill>
              </a:rPr>
              <a:t>、</a:t>
            </a:r>
            <a:r>
              <a:rPr kumimoji="1" lang="en-US" altLang="ja-JP" sz="2000" dirty="0">
                <a:solidFill>
                  <a:srgbClr val="FF0000"/>
                </a:solidFill>
              </a:rPr>
              <a:t>[CTRL] + x </a:t>
            </a:r>
            <a:r>
              <a:rPr kumimoji="1" lang="ja-JP" altLang="en-US" sz="2000" dirty="0">
                <a:solidFill>
                  <a:srgbClr val="FF0000"/>
                </a:solidFill>
              </a:rPr>
              <a:t>します。</a:t>
            </a:r>
          </a:p>
        </p:txBody>
      </p:sp>
    </p:spTree>
    <p:extLst>
      <p:ext uri="{BB962C8B-B14F-4D97-AF65-F5344CB8AC3E}">
        <p14:creationId xmlns:p14="http://schemas.microsoft.com/office/powerpoint/2010/main" val="35676734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DFE5-3C48-ED2F-E29F-A7232FBF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001B142-B1A1-ED2B-CE12-95AC217393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647" y="2259969"/>
            <a:ext cx="7921303" cy="446150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1376E-DE27-B396-B2B4-69C9109A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284F641-C6AA-C0F2-A85E-79106304590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387B027-257C-B284-F25F-FE49FCB31A40}"/>
              </a:ext>
            </a:extLst>
          </p:cNvPr>
          <p:cNvSpPr/>
          <p:nvPr/>
        </p:nvSpPr>
        <p:spPr>
          <a:xfrm>
            <a:off x="1388344" y="6511636"/>
            <a:ext cx="2257138" cy="20475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538B66F-1D08-8A5D-E0CD-0DE8456128B8}"/>
              </a:ext>
            </a:extLst>
          </p:cNvPr>
          <p:cNvCxnSpPr>
            <a:cxnSpLocks/>
          </p:cNvCxnSpPr>
          <p:nvPr/>
        </p:nvCxnSpPr>
        <p:spPr>
          <a:xfrm>
            <a:off x="1838036" y="2179782"/>
            <a:ext cx="0" cy="433185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B238BD-ACE9-D86D-6C6B-7A692EDC9715}"/>
              </a:ext>
            </a:extLst>
          </p:cNvPr>
          <p:cNvSpPr txBox="1"/>
          <p:nvPr/>
        </p:nvSpPr>
        <p:spPr>
          <a:xfrm>
            <a:off x="403454" y="636928"/>
            <a:ext cx="72165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root</a:t>
            </a:r>
            <a:r>
              <a:rPr kumimoji="1" lang="ja-JP" altLang="en-US" sz="2000" dirty="0"/>
              <a:t>でログインできるユーザを設定します。</a:t>
            </a:r>
            <a:endParaRPr kumimoji="1" lang="en-US" altLang="ja-JP" sz="2000" dirty="0"/>
          </a:p>
          <a:p>
            <a:r>
              <a:rPr kumimoji="1" lang="en-US" altLang="ja-JP" sz="2000" dirty="0"/>
              <a:t>/root/.node-red/settings.js</a:t>
            </a:r>
            <a:r>
              <a:rPr kumimoji="1" lang="ja-JP" altLang="en-US" sz="2000" dirty="0"/>
              <a:t> ファイルを書き換えるのですが、</a:t>
            </a:r>
          </a:p>
          <a:p>
            <a:r>
              <a:rPr kumimoji="1" lang="ja-JP" altLang="en-US" sz="2000" dirty="0"/>
              <a:t>その前に、パスワードをハッシュ化する必要があります。</a:t>
            </a:r>
            <a:endParaRPr kumimoji="1" lang="en-US" altLang="ja-JP" sz="2000" dirty="0"/>
          </a:p>
          <a:p>
            <a:r>
              <a:rPr kumimoji="1" lang="ja-JP" altLang="en-US" sz="2000" dirty="0"/>
              <a:t>先ず、</a:t>
            </a:r>
            <a:r>
              <a:rPr kumimoji="1" lang="en-US" altLang="ja-JP" sz="2000" dirty="0" err="1"/>
              <a:t>bcrypt</a:t>
            </a:r>
            <a:r>
              <a:rPr kumimoji="1" lang="ja-JP" altLang="en-US" sz="2000" dirty="0"/>
              <a:t>をインストールします。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0499FD-A307-8913-7DDB-DFB39BC20E69}"/>
              </a:ext>
            </a:extLst>
          </p:cNvPr>
          <p:cNvSpPr txBox="1"/>
          <p:nvPr/>
        </p:nvSpPr>
        <p:spPr>
          <a:xfrm>
            <a:off x="403454" y="1846387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npm</a:t>
            </a:r>
            <a:r>
              <a:rPr kumimoji="1" lang="en-US" altLang="ja-JP" sz="2000" dirty="0"/>
              <a:t> install </a:t>
            </a:r>
            <a:r>
              <a:rPr kumimoji="1" lang="en-US" altLang="ja-JP" sz="2000" dirty="0" err="1"/>
              <a:t>bcrypt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36093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952B-A45D-6550-014D-4A82171E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5D25A43-4A35-F428-FF11-E14888F0D4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854" y="2259969"/>
            <a:ext cx="7898095" cy="4448433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499789-B659-4EFB-542F-E9B5BC68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3CA512D-1216-7CD8-CB21-9FFAE862C08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C8A73A2-4A39-A9E8-96AE-B8868B22885B}"/>
              </a:ext>
            </a:extLst>
          </p:cNvPr>
          <p:cNvSpPr/>
          <p:nvPr/>
        </p:nvSpPr>
        <p:spPr>
          <a:xfrm>
            <a:off x="1421182" y="6207010"/>
            <a:ext cx="4425433" cy="20475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5CA2BF6-92BC-99CD-8483-80CB39DA0C99}"/>
              </a:ext>
            </a:extLst>
          </p:cNvPr>
          <p:cNvCxnSpPr>
            <a:cxnSpLocks/>
          </p:cNvCxnSpPr>
          <p:nvPr/>
        </p:nvCxnSpPr>
        <p:spPr>
          <a:xfrm>
            <a:off x="2105890" y="2024496"/>
            <a:ext cx="0" cy="413633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EF3909-A30B-2CC2-27E2-C1697B967A10}"/>
              </a:ext>
            </a:extLst>
          </p:cNvPr>
          <p:cNvSpPr txBox="1"/>
          <p:nvPr/>
        </p:nvSpPr>
        <p:spPr>
          <a:xfrm>
            <a:off x="403454" y="636928"/>
            <a:ext cx="7216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node</a:t>
            </a:r>
            <a:r>
              <a:rPr kumimoji="1" lang="ja-JP" altLang="en-US" sz="2000" dirty="0"/>
              <a:t>を使って、コマンドでパスワードのハッシュを作成します。</a:t>
            </a:r>
          </a:p>
          <a:p>
            <a:r>
              <a:rPr kumimoji="1" lang="ja-JP" altLang="en-US" sz="2000" dirty="0"/>
              <a:t>以下のコマンドを実行します。</a:t>
            </a:r>
          </a:p>
          <a:p>
            <a:r>
              <a:rPr kumimoji="1" lang="en-US" altLang="ja-JP" sz="2000" dirty="0"/>
              <a:t>raspberry</a:t>
            </a:r>
            <a:r>
              <a:rPr kumimoji="1" lang="ja-JP" altLang="en-US" sz="2000" dirty="0"/>
              <a:t> がパスワードです。</a:t>
            </a:r>
            <a:r>
              <a:rPr kumimoji="1" lang="en-US" altLang="ja-JP" sz="2000" dirty="0"/>
              <a:t>8</a:t>
            </a:r>
            <a:r>
              <a:rPr kumimoji="1" lang="ja-JP" altLang="en-US" sz="2000" dirty="0"/>
              <a:t>はソルトです。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151277-1590-F0C1-4697-79DEE6EF7BE2}"/>
              </a:ext>
            </a:extLst>
          </p:cNvPr>
          <p:cNvSpPr txBox="1"/>
          <p:nvPr/>
        </p:nvSpPr>
        <p:spPr>
          <a:xfrm>
            <a:off x="282119" y="1684389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node -e "console.log(require('</a:t>
            </a:r>
            <a:r>
              <a:rPr kumimoji="1" lang="en-US" altLang="ja-JP" sz="2000" dirty="0" err="1"/>
              <a:t>bcrypt</a:t>
            </a:r>
            <a:r>
              <a:rPr kumimoji="1" lang="en-US" altLang="ja-JP" sz="2000" dirty="0"/>
              <a:t>').</a:t>
            </a:r>
            <a:r>
              <a:rPr kumimoji="1" lang="en-US" altLang="ja-JP" sz="2000" dirty="0" err="1"/>
              <a:t>hashSync</a:t>
            </a:r>
            <a:r>
              <a:rPr kumimoji="1" lang="en-US" altLang="ja-JP" sz="2000" dirty="0"/>
              <a:t>('raspberry', 8));"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00886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A7CD-5766-CA54-6AB9-4A1DF2D9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4123E3E-E611-8BD0-F5BD-959307E860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181" y="1837258"/>
            <a:ext cx="7898095" cy="4448433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D20FD2-051D-0CB4-BEE8-2AB551F4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EA5FEA8-6CE7-1927-5F31-1AC94487C7E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5EAAB1B-D53B-4943-6363-701B3B5B074F}"/>
              </a:ext>
            </a:extLst>
          </p:cNvPr>
          <p:cNvSpPr/>
          <p:nvPr/>
        </p:nvSpPr>
        <p:spPr>
          <a:xfrm>
            <a:off x="460601" y="5924288"/>
            <a:ext cx="4425433" cy="20475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F74C9CF-CF78-AC5D-30C7-151BD62C9768}"/>
              </a:ext>
            </a:extLst>
          </p:cNvPr>
          <p:cNvSpPr txBox="1"/>
          <p:nvPr/>
        </p:nvSpPr>
        <p:spPr>
          <a:xfrm>
            <a:off x="403454" y="63692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出力された</a:t>
            </a:r>
            <a:r>
              <a:rPr kumimoji="1" lang="en-US" altLang="ja-JP" sz="2000" dirty="0"/>
              <a:t>$</a:t>
            </a:r>
            <a:r>
              <a:rPr kumimoji="1" lang="ja-JP" altLang="en-US" sz="2000" dirty="0"/>
              <a:t>から始まる文字列がハッシュ値です。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FF2E37-82C4-B386-BF5A-CC5C9DA4E7F4}"/>
              </a:ext>
            </a:extLst>
          </p:cNvPr>
          <p:cNvSpPr txBox="1"/>
          <p:nvPr/>
        </p:nvSpPr>
        <p:spPr>
          <a:xfrm>
            <a:off x="282119" y="1037038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$2b$08$ier5pj2x4q3yHn9KPuz79.FMW/pyRaPRnuETjNW5tp4ge/</a:t>
            </a:r>
            <a:r>
              <a:rPr kumimoji="1" lang="en-US" altLang="ja-JP" sz="2000" dirty="0" err="1"/>
              <a:t>bL</a:t>
            </a:r>
            <a:r>
              <a:rPr kumimoji="1" lang="en-US" altLang="ja-JP" sz="2000" dirty="0"/>
              <a:t>/YXLW</a:t>
            </a:r>
            <a:endParaRPr kumimoji="1" lang="ja-JP" altLang="en-US" sz="2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A8E2178-20AD-DB45-89CC-06DA0D190773}"/>
              </a:ext>
            </a:extLst>
          </p:cNvPr>
          <p:cNvSpPr txBox="1"/>
          <p:nvPr/>
        </p:nvSpPr>
        <p:spPr>
          <a:xfrm>
            <a:off x="403454" y="138964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このハッシュ値をパスワードのところに書き込みます。</a:t>
            </a:r>
          </a:p>
        </p:txBody>
      </p:sp>
    </p:spTree>
    <p:extLst>
      <p:ext uri="{BB962C8B-B14F-4D97-AF65-F5344CB8AC3E}">
        <p14:creationId xmlns:p14="http://schemas.microsoft.com/office/powerpoint/2010/main" val="9283774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F0D98-D297-FBD1-774E-32F69E03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DC75838E-E3BA-9F02-91FE-AEDB4031146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181" y="1837258"/>
            <a:ext cx="7898093" cy="444843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3CCC15-351F-A132-7859-1567AF44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33BFFE-3D2B-D65F-0C57-00F6C411D7FB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568C815-1B25-480B-49CF-20B5D422FA70}"/>
              </a:ext>
            </a:extLst>
          </p:cNvPr>
          <p:cNvSpPr/>
          <p:nvPr/>
        </p:nvSpPr>
        <p:spPr>
          <a:xfrm>
            <a:off x="1707510" y="6071698"/>
            <a:ext cx="2642817" cy="20475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8DE5DB-97BD-2F1E-740D-8D283533E5AF}"/>
              </a:ext>
            </a:extLst>
          </p:cNvPr>
          <p:cNvSpPr txBox="1"/>
          <p:nvPr/>
        </p:nvSpPr>
        <p:spPr>
          <a:xfrm>
            <a:off x="403454" y="63692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nano</a:t>
            </a:r>
            <a:r>
              <a:rPr kumimoji="1" lang="ja-JP" altLang="en-US" sz="2000" dirty="0"/>
              <a:t> エディタで </a:t>
            </a:r>
            <a:r>
              <a:rPr kumimoji="1" lang="en-US" altLang="ja-JP" sz="2000" dirty="0"/>
              <a:t>/root/.node-red/settings.js</a:t>
            </a:r>
            <a:r>
              <a:rPr kumimoji="1" lang="ja-JP" altLang="en-US" sz="2000" dirty="0"/>
              <a:t> を編集します。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97C43C-796F-D3DC-E8F7-2DAED864CB01}"/>
              </a:ext>
            </a:extLst>
          </p:cNvPr>
          <p:cNvSpPr txBox="1"/>
          <p:nvPr/>
        </p:nvSpPr>
        <p:spPr>
          <a:xfrm>
            <a:off x="554181" y="1280501"/>
            <a:ext cx="7632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nano /root/.node-red/settings.js</a:t>
            </a:r>
            <a:endParaRPr kumimoji="1" lang="ja-JP" altLang="en-US" sz="2000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A8A5F1D-BF20-D628-6985-F410417CEC3B}"/>
              </a:ext>
            </a:extLst>
          </p:cNvPr>
          <p:cNvCxnSpPr>
            <a:cxnSpLocks/>
          </p:cNvCxnSpPr>
          <p:nvPr/>
        </p:nvCxnSpPr>
        <p:spPr>
          <a:xfrm>
            <a:off x="2309090" y="1680611"/>
            <a:ext cx="0" cy="426760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48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13F8-F0A0-7382-14BB-24026B5F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4C8AE51-6934-1301-4714-2BA8219DA09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954" y="1566702"/>
            <a:ext cx="7898092" cy="178261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10E50B-F400-EDCD-8177-282DFCB1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FA1284-CC5C-5481-6BDA-3798AA26B9C4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6CC38F-F20E-2488-91DB-6FDF5534404F}"/>
              </a:ext>
            </a:extLst>
          </p:cNvPr>
          <p:cNvSpPr txBox="1"/>
          <p:nvPr/>
        </p:nvSpPr>
        <p:spPr>
          <a:xfrm>
            <a:off x="403454" y="63692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76</a:t>
            </a:r>
            <a:r>
              <a:rPr kumimoji="1" lang="ja-JP" altLang="en-US" sz="2000" dirty="0"/>
              <a:t>～</a:t>
            </a:r>
            <a:r>
              <a:rPr kumimoji="1" lang="en-US" altLang="ja-JP" sz="2000" dirty="0"/>
              <a:t>83</a:t>
            </a:r>
            <a:r>
              <a:rPr kumimoji="1" lang="ja-JP" altLang="en-US" sz="2000" dirty="0"/>
              <a:t>行目のコメントアウト</a:t>
            </a:r>
            <a:r>
              <a:rPr kumimoji="1" lang="en-US" altLang="ja-JP" sz="2000" dirty="0"/>
              <a:t>(//)</a:t>
            </a:r>
            <a:r>
              <a:rPr kumimoji="1" lang="ja-JP" altLang="en-US" sz="2000" dirty="0"/>
              <a:t>を削除します。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9D6B212-2BFC-6F2C-63C6-B1D4B457F9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954" y="4128366"/>
            <a:ext cx="7905086" cy="1782618"/>
          </a:xfrm>
          <a:prstGeom prst="rect">
            <a:avLst/>
          </a:prstGeom>
        </p:spPr>
      </p:pic>
      <p:sp>
        <p:nvSpPr>
          <p:cNvPr id="13" name="矢印: 下 12">
            <a:extLst>
              <a:ext uri="{FF2B5EF4-FFF2-40B4-BE49-F238E27FC236}">
                <a16:creationId xmlns:a16="http://schemas.microsoft.com/office/drawing/2014/main" id="{0ECC10AB-C424-8B86-8899-DAF4578BB710}"/>
              </a:ext>
            </a:extLst>
          </p:cNvPr>
          <p:cNvSpPr/>
          <p:nvPr/>
        </p:nvSpPr>
        <p:spPr>
          <a:xfrm>
            <a:off x="2077798" y="3429000"/>
            <a:ext cx="665018" cy="588818"/>
          </a:xfrm>
          <a:prstGeom prst="down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4142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01B74-7A9B-C872-80AD-72DEE9B9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BB6D7B0-82DA-9850-4839-AA91E1D00A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4"/>
          <a:stretch/>
        </p:blipFill>
        <p:spPr>
          <a:xfrm>
            <a:off x="615960" y="1902477"/>
            <a:ext cx="7910475" cy="4453873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ED93B0-7338-1CA3-7AE2-AEB3C75C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7B5575-8FCF-3F33-8D7A-C1F78B37255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B561738-DE8D-6A24-C0E4-091BD5C0E855}"/>
              </a:ext>
            </a:extLst>
          </p:cNvPr>
          <p:cNvSpPr txBox="1"/>
          <p:nvPr/>
        </p:nvSpPr>
        <p:spPr>
          <a:xfrm>
            <a:off x="468108" y="1098746"/>
            <a:ext cx="8611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username: "pi",</a:t>
            </a:r>
          </a:p>
          <a:p>
            <a:r>
              <a:rPr kumimoji="1" lang="en-US" altLang="ja-JP" dirty="0"/>
              <a:t>password: "$2b$08$ier5pj2x4q3yHn9KPuz79.FMW/pyRaPRnuETjNW5tp4ge/</a:t>
            </a:r>
            <a:r>
              <a:rPr kumimoji="1" lang="en-US" altLang="ja-JP" dirty="0" err="1"/>
              <a:t>bL</a:t>
            </a:r>
            <a:r>
              <a:rPr kumimoji="1" lang="en-US" altLang="ja-JP" dirty="0"/>
              <a:t>/YXLW",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5480D6B-0ABC-DD4F-1A95-B31719CAC605}"/>
              </a:ext>
            </a:extLst>
          </p:cNvPr>
          <p:cNvSpPr txBox="1"/>
          <p:nvPr/>
        </p:nvSpPr>
        <p:spPr>
          <a:xfrm>
            <a:off x="403454" y="63692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ユーザ名とパスワードを書き換えます。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2F8C513-3B59-CCF5-95F9-A5E7B7AC80D5}"/>
              </a:ext>
            </a:extLst>
          </p:cNvPr>
          <p:cNvSpPr/>
          <p:nvPr/>
        </p:nvSpPr>
        <p:spPr>
          <a:xfrm>
            <a:off x="1615146" y="4769371"/>
            <a:ext cx="4938054" cy="37077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8E9B6F8-4FCF-A51E-829F-206F1A41928F}"/>
              </a:ext>
            </a:extLst>
          </p:cNvPr>
          <p:cNvCxnSpPr>
            <a:cxnSpLocks/>
          </p:cNvCxnSpPr>
          <p:nvPr/>
        </p:nvCxnSpPr>
        <p:spPr>
          <a:xfrm>
            <a:off x="2309090" y="1745077"/>
            <a:ext cx="0" cy="2928523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498DCB2-AFB2-CAEC-A733-18D3D7F4848B}"/>
              </a:ext>
            </a:extLst>
          </p:cNvPr>
          <p:cNvSpPr txBox="1"/>
          <p:nvPr/>
        </p:nvSpPr>
        <p:spPr>
          <a:xfrm>
            <a:off x="707736" y="641486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書き換えたら、</a:t>
            </a:r>
            <a:r>
              <a:rPr kumimoji="1" lang="en-US" altLang="ja-JP" sz="2000" dirty="0">
                <a:solidFill>
                  <a:srgbClr val="FF0000"/>
                </a:solidFill>
              </a:rPr>
              <a:t>[CTRL] + o</a:t>
            </a:r>
            <a:r>
              <a:rPr kumimoji="1" lang="ja-JP" altLang="en-US" sz="2000" dirty="0">
                <a:solidFill>
                  <a:srgbClr val="FF0000"/>
                </a:solidFill>
              </a:rPr>
              <a:t>、</a:t>
            </a:r>
            <a:r>
              <a:rPr kumimoji="1" lang="en-US" altLang="ja-JP" sz="2000" dirty="0">
                <a:solidFill>
                  <a:srgbClr val="FF0000"/>
                </a:solidFill>
              </a:rPr>
              <a:t>[ENTER]</a:t>
            </a:r>
            <a:r>
              <a:rPr kumimoji="1" lang="ja-JP" altLang="en-US" sz="2000" dirty="0">
                <a:solidFill>
                  <a:srgbClr val="FF0000"/>
                </a:solidFill>
              </a:rPr>
              <a:t>、</a:t>
            </a:r>
            <a:r>
              <a:rPr kumimoji="1" lang="en-US" altLang="ja-JP" sz="2000" dirty="0">
                <a:solidFill>
                  <a:srgbClr val="FF0000"/>
                </a:solidFill>
              </a:rPr>
              <a:t>[CTRL] + x </a:t>
            </a:r>
            <a:r>
              <a:rPr kumimoji="1" lang="ja-JP" altLang="en-US" sz="2000" dirty="0">
                <a:solidFill>
                  <a:srgbClr val="FF0000"/>
                </a:solidFill>
              </a:rPr>
              <a:t>します。</a:t>
            </a:r>
          </a:p>
        </p:txBody>
      </p:sp>
    </p:spTree>
    <p:extLst>
      <p:ext uri="{BB962C8B-B14F-4D97-AF65-F5344CB8AC3E}">
        <p14:creationId xmlns:p14="http://schemas.microsoft.com/office/powerpoint/2010/main" val="1410059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29C4-C37E-9D5B-7632-0C3A784F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D9444A4-0A73-BA90-B727-0C7363CD32C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796" y="1902477"/>
            <a:ext cx="7907752" cy="4453873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277EE7-8C4F-0E05-19A5-FDB177B3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9DC5487-97E6-D2C2-2F31-2C9C31679B1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E8EC35-7D8C-E035-44C0-A97786D2237D}"/>
              </a:ext>
            </a:extLst>
          </p:cNvPr>
          <p:cNvSpPr txBox="1"/>
          <p:nvPr/>
        </p:nvSpPr>
        <p:spPr>
          <a:xfrm>
            <a:off x="468108" y="1098746"/>
            <a:ext cx="8611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systemctl</a:t>
            </a:r>
            <a:r>
              <a:rPr kumimoji="1" lang="en-US" altLang="ja-JP" dirty="0"/>
              <a:t> daemon-reload</a:t>
            </a:r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systemctl</a:t>
            </a:r>
            <a:r>
              <a:rPr kumimoji="1" lang="en-US" altLang="ja-JP" dirty="0"/>
              <a:t> restart </a:t>
            </a:r>
            <a:r>
              <a:rPr kumimoji="1" lang="en-US" altLang="ja-JP" dirty="0" err="1"/>
              <a:t>nodered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B41E0C-F5B4-C012-1E7E-430B2DBE93A1}"/>
              </a:ext>
            </a:extLst>
          </p:cNvPr>
          <p:cNvSpPr txBox="1"/>
          <p:nvPr/>
        </p:nvSpPr>
        <p:spPr>
          <a:xfrm>
            <a:off x="403454" y="63692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Node-RED</a:t>
            </a:r>
            <a:r>
              <a:rPr kumimoji="1" lang="ja-JP" altLang="en-US" sz="2000" dirty="0"/>
              <a:t>を再起動します。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95B5E80-2808-A939-0905-33D9C5DD8A1C}"/>
              </a:ext>
            </a:extLst>
          </p:cNvPr>
          <p:cNvSpPr/>
          <p:nvPr/>
        </p:nvSpPr>
        <p:spPr>
          <a:xfrm>
            <a:off x="1846982" y="5859280"/>
            <a:ext cx="2069235" cy="37077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DFFFD85-DE29-D14D-7BF1-E948C205CD1C}"/>
              </a:ext>
            </a:extLst>
          </p:cNvPr>
          <p:cNvCxnSpPr>
            <a:cxnSpLocks/>
          </p:cNvCxnSpPr>
          <p:nvPr/>
        </p:nvCxnSpPr>
        <p:spPr>
          <a:xfrm>
            <a:off x="2309090" y="1745077"/>
            <a:ext cx="0" cy="3990705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4044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40182-0096-10CD-97DA-B80E8CF6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3A10CE4-EBC2-A86E-BE12-A8555BECF7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796" y="1902477"/>
            <a:ext cx="7907752" cy="4465890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630C7DC-DAD9-F4DA-E94F-73DAAE33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16C5E5-C3B8-CCFE-3DA2-EBCBFB0CC81B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0BECFE-9982-6551-9D5D-6EA97074315C}"/>
              </a:ext>
            </a:extLst>
          </p:cNvPr>
          <p:cNvSpPr txBox="1"/>
          <p:nvPr/>
        </p:nvSpPr>
        <p:spPr>
          <a:xfrm>
            <a:off x="532763" y="1385515"/>
            <a:ext cx="861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mkdir</a:t>
            </a:r>
            <a:r>
              <a:rPr kumimoji="1" lang="en-US" altLang="ja-JP" dirty="0"/>
              <a:t> -p /</a:t>
            </a:r>
            <a:r>
              <a:rPr kumimoji="1" lang="en-US" altLang="ja-JP" dirty="0" err="1"/>
              <a:t>etc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systemd</a:t>
            </a:r>
            <a:r>
              <a:rPr kumimoji="1" lang="en-US" altLang="ja-JP" dirty="0"/>
              <a:t>/system/</a:t>
            </a:r>
            <a:r>
              <a:rPr kumimoji="1" lang="en-US" altLang="ja-JP" dirty="0" err="1"/>
              <a:t>nodered.service.d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83AC9B-45EC-31F6-2F80-71A479444D61}"/>
              </a:ext>
            </a:extLst>
          </p:cNvPr>
          <p:cNvSpPr txBox="1"/>
          <p:nvPr/>
        </p:nvSpPr>
        <p:spPr>
          <a:xfrm>
            <a:off x="403454" y="636928"/>
            <a:ext cx="7216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ラズパイ</a:t>
            </a:r>
            <a:r>
              <a:rPr kumimoji="1" lang="en-US" altLang="ja-JP" sz="2000" dirty="0"/>
              <a:t> Zero 2W</a:t>
            </a:r>
            <a:r>
              <a:rPr kumimoji="1" lang="ja-JP" altLang="en-US" sz="2000" dirty="0"/>
              <a:t>を小メモリ起動設定</a:t>
            </a:r>
            <a:r>
              <a:rPr kumimoji="1" lang="en-US" altLang="ja-JP" sz="2000" dirty="0"/>
              <a:t>(192MB)</a:t>
            </a:r>
            <a:r>
              <a:rPr kumimoji="1" lang="ja-JP" altLang="en-US" sz="2000" dirty="0"/>
              <a:t>にする。</a:t>
            </a:r>
            <a:endParaRPr kumimoji="1" lang="en-US" altLang="ja-JP" sz="2000" dirty="0"/>
          </a:p>
          <a:p>
            <a:r>
              <a:rPr kumimoji="1" lang="en-US" altLang="ja-JP" sz="2000" dirty="0"/>
              <a:t>/</a:t>
            </a:r>
            <a:r>
              <a:rPr kumimoji="1" lang="en-US" altLang="ja-JP" sz="2000" dirty="0" err="1"/>
              <a:t>etc</a:t>
            </a:r>
            <a:r>
              <a:rPr kumimoji="1" lang="en-US" altLang="ja-JP" sz="2000" dirty="0"/>
              <a:t>/</a:t>
            </a:r>
            <a:r>
              <a:rPr kumimoji="1" lang="en-US" altLang="ja-JP" sz="2000" dirty="0" err="1"/>
              <a:t>systemd</a:t>
            </a:r>
            <a:r>
              <a:rPr kumimoji="1" lang="en-US" altLang="ja-JP" sz="2000" dirty="0"/>
              <a:t>/system/</a:t>
            </a:r>
            <a:r>
              <a:rPr kumimoji="1" lang="en-US" altLang="ja-JP" sz="2000" dirty="0" err="1"/>
              <a:t>nodered.service.d</a:t>
            </a:r>
            <a:r>
              <a:rPr kumimoji="1" lang="ja-JP" altLang="en-US" sz="2000" dirty="0"/>
              <a:t> フォルダを作成する。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BAD8DA6-CBE5-4A61-F0D4-3A2ED59E0F45}"/>
              </a:ext>
            </a:extLst>
          </p:cNvPr>
          <p:cNvSpPr/>
          <p:nvPr/>
        </p:nvSpPr>
        <p:spPr>
          <a:xfrm>
            <a:off x="1736145" y="6145225"/>
            <a:ext cx="3630180" cy="22314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370C9CC-A6C0-CAA9-61C0-343984881F00}"/>
              </a:ext>
            </a:extLst>
          </p:cNvPr>
          <p:cNvCxnSpPr>
            <a:cxnSpLocks/>
          </p:cNvCxnSpPr>
          <p:nvPr/>
        </p:nvCxnSpPr>
        <p:spPr>
          <a:xfrm>
            <a:off x="2309090" y="1745077"/>
            <a:ext cx="0" cy="430474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7626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7EDD-6CD4-7219-1320-ED422CEF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B787B5D-B032-9633-F135-70F3A9B2921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796" y="1917765"/>
            <a:ext cx="7907752" cy="445387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1392027-CBE0-FB02-AED2-87D427E6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3FF2A4-D435-3D43-AD4F-D6A77A3D5BE0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70C4637-6C46-5EF5-45CB-49F7496C0772}"/>
              </a:ext>
            </a:extLst>
          </p:cNvPr>
          <p:cNvSpPr txBox="1"/>
          <p:nvPr/>
        </p:nvSpPr>
        <p:spPr>
          <a:xfrm>
            <a:off x="532763" y="1385515"/>
            <a:ext cx="861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nano /</a:t>
            </a:r>
            <a:r>
              <a:rPr kumimoji="1" lang="en-US" altLang="ja-JP" dirty="0" err="1"/>
              <a:t>etc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systemd</a:t>
            </a:r>
            <a:r>
              <a:rPr kumimoji="1" lang="en-US" altLang="ja-JP" dirty="0"/>
              <a:t>/system/</a:t>
            </a:r>
            <a:r>
              <a:rPr kumimoji="1" lang="en-US" altLang="ja-JP" dirty="0" err="1"/>
              <a:t>nodered.service.d</a:t>
            </a:r>
            <a:r>
              <a:rPr kumimoji="1" lang="en-US" altLang="ja-JP" dirty="0"/>
              <a:t>/99-memory.conf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51E745-F2CE-EC7E-4A91-37896EE87A8E}"/>
              </a:ext>
            </a:extLst>
          </p:cNvPr>
          <p:cNvSpPr txBox="1"/>
          <p:nvPr/>
        </p:nvSpPr>
        <p:spPr>
          <a:xfrm>
            <a:off x="403453" y="636928"/>
            <a:ext cx="8398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nano</a:t>
            </a:r>
            <a:r>
              <a:rPr kumimoji="1" lang="ja-JP" altLang="en-US" sz="2000" dirty="0"/>
              <a:t> エディタで、</a:t>
            </a:r>
            <a:r>
              <a:rPr kumimoji="1" lang="en-US" altLang="ja-JP" sz="2000" dirty="0"/>
              <a:t>/</a:t>
            </a:r>
            <a:r>
              <a:rPr kumimoji="1" lang="en-US" altLang="ja-JP" sz="2000" dirty="0" err="1"/>
              <a:t>etc</a:t>
            </a:r>
            <a:r>
              <a:rPr kumimoji="1" lang="en-US" altLang="ja-JP" sz="2000" dirty="0"/>
              <a:t>/</a:t>
            </a:r>
            <a:r>
              <a:rPr kumimoji="1" lang="en-US" altLang="ja-JP" sz="2000" dirty="0" err="1"/>
              <a:t>systemd</a:t>
            </a:r>
            <a:r>
              <a:rPr kumimoji="1" lang="en-US" altLang="ja-JP" sz="2000" dirty="0"/>
              <a:t>/system/</a:t>
            </a:r>
            <a:r>
              <a:rPr kumimoji="1" lang="en-US" altLang="ja-JP" sz="2000" dirty="0" err="1"/>
              <a:t>nodered.service.d</a:t>
            </a:r>
            <a:r>
              <a:rPr kumimoji="1" lang="en-US" altLang="ja-JP" sz="2000" dirty="0"/>
              <a:t>/99-memory.conf</a:t>
            </a:r>
          </a:p>
          <a:p>
            <a:r>
              <a:rPr kumimoji="1" lang="ja-JP" altLang="en-US" sz="2000" dirty="0"/>
              <a:t>を編集する。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9ACC380-0D93-228B-E7A3-2A8A694CBFC6}"/>
              </a:ext>
            </a:extLst>
          </p:cNvPr>
          <p:cNvSpPr/>
          <p:nvPr/>
        </p:nvSpPr>
        <p:spPr>
          <a:xfrm>
            <a:off x="1736144" y="6145225"/>
            <a:ext cx="4276723" cy="22314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531E5F4-3829-BBA5-1173-4D301C8E736A}"/>
              </a:ext>
            </a:extLst>
          </p:cNvPr>
          <p:cNvCxnSpPr>
            <a:cxnSpLocks/>
          </p:cNvCxnSpPr>
          <p:nvPr/>
        </p:nvCxnSpPr>
        <p:spPr>
          <a:xfrm>
            <a:off x="2309090" y="1745077"/>
            <a:ext cx="0" cy="430474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5829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1B0E-1A0D-45CE-BAE8-6C322B65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EC96FA1-99FB-C590-F771-ADF829AEE4C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3453" y="2778147"/>
            <a:ext cx="7907752" cy="2238599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85E003B-57FF-10C7-3940-61C23506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E71647-DF19-6E26-2C26-492BC5B19A0F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A882CBB-802D-2A4D-C606-5F7399A9CAAB}"/>
              </a:ext>
            </a:extLst>
          </p:cNvPr>
          <p:cNvSpPr txBox="1"/>
          <p:nvPr/>
        </p:nvSpPr>
        <p:spPr>
          <a:xfrm>
            <a:off x="532764" y="1385515"/>
            <a:ext cx="7465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[Service]</a:t>
            </a:r>
          </a:p>
          <a:p>
            <a:r>
              <a:rPr kumimoji="1" lang="en-US" altLang="ja-JP" dirty="0"/>
              <a:t>Environment=NODE_OPTIONS=--max-old-space-size=192</a:t>
            </a:r>
          </a:p>
          <a:p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387CB0-01EC-F29A-DDF3-BAB890DAC6D3}"/>
              </a:ext>
            </a:extLst>
          </p:cNvPr>
          <p:cNvSpPr txBox="1"/>
          <p:nvPr/>
        </p:nvSpPr>
        <p:spPr>
          <a:xfrm>
            <a:off x="403453" y="636928"/>
            <a:ext cx="8398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nano</a:t>
            </a:r>
            <a:r>
              <a:rPr kumimoji="1" lang="ja-JP" altLang="en-US" sz="2000" dirty="0"/>
              <a:t> エディタで、</a:t>
            </a:r>
            <a:r>
              <a:rPr kumimoji="1" lang="en-US" altLang="ja-JP" sz="2000" dirty="0"/>
              <a:t>/</a:t>
            </a:r>
            <a:r>
              <a:rPr kumimoji="1" lang="en-US" altLang="ja-JP" sz="2000" dirty="0" err="1"/>
              <a:t>etc</a:t>
            </a:r>
            <a:r>
              <a:rPr kumimoji="1" lang="en-US" altLang="ja-JP" sz="2000" dirty="0"/>
              <a:t>/</a:t>
            </a:r>
            <a:r>
              <a:rPr kumimoji="1" lang="en-US" altLang="ja-JP" sz="2000" dirty="0" err="1"/>
              <a:t>systemd</a:t>
            </a:r>
            <a:r>
              <a:rPr kumimoji="1" lang="en-US" altLang="ja-JP" sz="2000" dirty="0"/>
              <a:t>/system/</a:t>
            </a:r>
            <a:r>
              <a:rPr kumimoji="1" lang="en-US" altLang="ja-JP" sz="2000" dirty="0" err="1"/>
              <a:t>nodered.service.d</a:t>
            </a:r>
            <a:r>
              <a:rPr kumimoji="1" lang="en-US" altLang="ja-JP" sz="2000" dirty="0"/>
              <a:t>/99-memory.conf</a:t>
            </a:r>
          </a:p>
          <a:p>
            <a:r>
              <a:rPr kumimoji="1" lang="ja-JP" altLang="en-US" sz="2000" dirty="0"/>
              <a:t>を編集する。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E078D5F-837D-8298-2F2A-6A9AA0058998}"/>
              </a:ext>
            </a:extLst>
          </p:cNvPr>
          <p:cNvSpPr/>
          <p:nvPr/>
        </p:nvSpPr>
        <p:spPr>
          <a:xfrm>
            <a:off x="403454" y="3094182"/>
            <a:ext cx="3577420" cy="64799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0F783EA-0EFA-55BF-E0F9-AA74D70964D8}"/>
              </a:ext>
            </a:extLst>
          </p:cNvPr>
          <p:cNvCxnSpPr>
            <a:cxnSpLocks/>
          </p:cNvCxnSpPr>
          <p:nvPr/>
        </p:nvCxnSpPr>
        <p:spPr>
          <a:xfrm>
            <a:off x="2309090" y="2050473"/>
            <a:ext cx="0" cy="96058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67BE2E5-B230-E7DB-DACF-DDFA756A437F}"/>
              </a:ext>
            </a:extLst>
          </p:cNvPr>
          <p:cNvSpPr txBox="1"/>
          <p:nvPr/>
        </p:nvSpPr>
        <p:spPr>
          <a:xfrm>
            <a:off x="403453" y="5132726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書き換えたら、</a:t>
            </a:r>
            <a:r>
              <a:rPr kumimoji="1" lang="en-US" altLang="ja-JP" sz="2000" dirty="0">
                <a:solidFill>
                  <a:srgbClr val="FF0000"/>
                </a:solidFill>
              </a:rPr>
              <a:t>[CTRL] + o</a:t>
            </a:r>
            <a:r>
              <a:rPr kumimoji="1" lang="ja-JP" altLang="en-US" sz="2000" dirty="0">
                <a:solidFill>
                  <a:srgbClr val="FF0000"/>
                </a:solidFill>
              </a:rPr>
              <a:t>、</a:t>
            </a:r>
            <a:r>
              <a:rPr kumimoji="1" lang="en-US" altLang="ja-JP" sz="2000" dirty="0">
                <a:solidFill>
                  <a:srgbClr val="FF0000"/>
                </a:solidFill>
              </a:rPr>
              <a:t>[ENTER]</a:t>
            </a:r>
            <a:r>
              <a:rPr kumimoji="1" lang="ja-JP" altLang="en-US" sz="2000" dirty="0">
                <a:solidFill>
                  <a:srgbClr val="FF0000"/>
                </a:solidFill>
              </a:rPr>
              <a:t>、</a:t>
            </a:r>
            <a:r>
              <a:rPr kumimoji="1" lang="en-US" altLang="ja-JP" sz="2000" dirty="0">
                <a:solidFill>
                  <a:srgbClr val="FF0000"/>
                </a:solidFill>
              </a:rPr>
              <a:t>[CTRL] + x </a:t>
            </a:r>
            <a:r>
              <a:rPr kumimoji="1" lang="ja-JP" altLang="en-US" sz="2000" dirty="0">
                <a:solidFill>
                  <a:srgbClr val="FF0000"/>
                </a:solidFill>
              </a:rPr>
              <a:t>します。</a:t>
            </a:r>
          </a:p>
        </p:txBody>
      </p:sp>
    </p:spTree>
    <p:extLst>
      <p:ext uri="{BB962C8B-B14F-4D97-AF65-F5344CB8AC3E}">
        <p14:creationId xmlns:p14="http://schemas.microsoft.com/office/powerpoint/2010/main" val="32926837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ED44-C16F-1AFA-0C16-BC34A098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1D1D26E-4767-081F-164C-25070221437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796" y="1902477"/>
            <a:ext cx="7907752" cy="4453873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62B3D6-5E19-9A4C-0AC7-AC3B4C83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A7647C-DD61-F05D-FA87-4FD2E55D17F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E8A7D0-BA69-9216-540B-FF4E2DD8FC82}"/>
              </a:ext>
            </a:extLst>
          </p:cNvPr>
          <p:cNvSpPr txBox="1"/>
          <p:nvPr/>
        </p:nvSpPr>
        <p:spPr>
          <a:xfrm>
            <a:off x="468108" y="1098746"/>
            <a:ext cx="8611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systemctl</a:t>
            </a:r>
            <a:r>
              <a:rPr kumimoji="1" lang="en-US" altLang="ja-JP" dirty="0"/>
              <a:t> daemon-reload</a:t>
            </a:r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systemctl</a:t>
            </a:r>
            <a:r>
              <a:rPr kumimoji="1" lang="en-US" altLang="ja-JP" dirty="0"/>
              <a:t> restart </a:t>
            </a:r>
            <a:r>
              <a:rPr kumimoji="1" lang="en-US" altLang="ja-JP" dirty="0" err="1"/>
              <a:t>nodered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0BF40A-2296-FDE8-4106-ECC423F0ED0B}"/>
              </a:ext>
            </a:extLst>
          </p:cNvPr>
          <p:cNvSpPr txBox="1"/>
          <p:nvPr/>
        </p:nvSpPr>
        <p:spPr>
          <a:xfrm>
            <a:off x="403454" y="63692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設定を書き換えたので、</a:t>
            </a:r>
            <a:r>
              <a:rPr kumimoji="1" lang="en-US" altLang="ja-JP" sz="2000" dirty="0"/>
              <a:t>Node-RED</a:t>
            </a:r>
            <a:r>
              <a:rPr kumimoji="1" lang="ja-JP" altLang="en-US" sz="2000" dirty="0"/>
              <a:t>を再起動します。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D33059E-8206-6A90-0B45-CF41A03ED00D}"/>
              </a:ext>
            </a:extLst>
          </p:cNvPr>
          <p:cNvSpPr/>
          <p:nvPr/>
        </p:nvSpPr>
        <p:spPr>
          <a:xfrm>
            <a:off x="1846982" y="5859280"/>
            <a:ext cx="2069235" cy="37077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021DFA2-4700-D780-1489-07A95DF3CE8F}"/>
              </a:ext>
            </a:extLst>
          </p:cNvPr>
          <p:cNvCxnSpPr>
            <a:cxnSpLocks/>
          </p:cNvCxnSpPr>
          <p:nvPr/>
        </p:nvCxnSpPr>
        <p:spPr>
          <a:xfrm>
            <a:off x="2309090" y="1745077"/>
            <a:ext cx="0" cy="3990705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4200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A12B-661C-2729-32F7-8A245740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AB5EEF70-F01F-EA9A-3A20-CCB439EDA92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796" y="1934570"/>
            <a:ext cx="7886096" cy="444167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8E86616-92C8-046F-F584-B90D1641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4DF67B-C83D-9A5F-233A-E50B52DD3CAD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root</a:t>
            </a:r>
            <a:r>
              <a:rPr lang="ja-JP" altLang="en-US" sz="2400" dirty="0"/>
              <a:t>権限での</a:t>
            </a:r>
            <a:r>
              <a:rPr lang="en-US" altLang="ja-JP" sz="2400" dirty="0"/>
              <a:t>Node-RED</a:t>
            </a:r>
            <a:r>
              <a:rPr lang="ja-JP" altLang="en-US" sz="2400" dirty="0"/>
              <a:t>起動設定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A34F028-EDD0-1FAB-9B4B-2AF77D4BC115}"/>
              </a:ext>
            </a:extLst>
          </p:cNvPr>
          <p:cNvSpPr txBox="1"/>
          <p:nvPr/>
        </p:nvSpPr>
        <p:spPr>
          <a:xfrm>
            <a:off x="819090" y="1392906"/>
            <a:ext cx="861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reboot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F954C2-3BD0-5F40-2DAD-40FA96DAF481}"/>
              </a:ext>
            </a:extLst>
          </p:cNvPr>
          <p:cNvSpPr txBox="1"/>
          <p:nvPr/>
        </p:nvSpPr>
        <p:spPr>
          <a:xfrm>
            <a:off x="403454" y="636928"/>
            <a:ext cx="7216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全ての設定が終わりました。</a:t>
            </a:r>
          </a:p>
          <a:p>
            <a:r>
              <a:rPr kumimoji="1" lang="ja-JP" altLang="en-US" sz="2000" dirty="0"/>
              <a:t>システムを再起動して確認します。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BB3E78C-321E-6000-E2FF-CB2D6C7C12CE}"/>
              </a:ext>
            </a:extLst>
          </p:cNvPr>
          <p:cNvSpPr/>
          <p:nvPr/>
        </p:nvSpPr>
        <p:spPr>
          <a:xfrm>
            <a:off x="1763856" y="6149388"/>
            <a:ext cx="997818" cy="236093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CC3BBA5-44F5-7548-8941-83E82F2F6E72}"/>
              </a:ext>
            </a:extLst>
          </p:cNvPr>
          <p:cNvCxnSpPr>
            <a:cxnSpLocks/>
          </p:cNvCxnSpPr>
          <p:nvPr/>
        </p:nvCxnSpPr>
        <p:spPr>
          <a:xfrm>
            <a:off x="1468582" y="1745077"/>
            <a:ext cx="572654" cy="430474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2709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007F-9FED-642E-785C-01AE0EC1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160D0C-EE3F-9B7A-1AF9-3B16687B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FC6C17-FB3F-7C1C-1DD8-549CCB6741A0}"/>
              </a:ext>
            </a:extLst>
          </p:cNvPr>
          <p:cNvSpPr txBox="1"/>
          <p:nvPr/>
        </p:nvSpPr>
        <p:spPr>
          <a:xfrm>
            <a:off x="868055" y="2262893"/>
            <a:ext cx="7407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dirty="0"/>
              <a:t>Node-RED</a:t>
            </a:r>
            <a:r>
              <a:rPr kumimoji="1" lang="ja-JP" altLang="en-US" sz="4400" dirty="0"/>
              <a:t>を開きます</a:t>
            </a:r>
          </a:p>
        </p:txBody>
      </p:sp>
    </p:spTree>
    <p:extLst>
      <p:ext uri="{BB962C8B-B14F-4D97-AF65-F5344CB8AC3E}">
        <p14:creationId xmlns:p14="http://schemas.microsoft.com/office/powerpoint/2010/main" val="7764819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609EA-E1A9-4C26-D832-4453868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3BB520B-3E29-79E5-8927-BAD44D96A4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00" y="1430889"/>
            <a:ext cx="8534400" cy="2942421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82F31BE-4239-0246-DE70-4B4FB6C0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8AF453-940B-AE59-6859-AF599EE3201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Node-RED</a:t>
            </a:r>
            <a:r>
              <a:rPr lang="ja-JP" altLang="en-US" sz="2400" dirty="0"/>
              <a:t>を開きます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22FBBEB-4162-7CC7-71B0-4865B6D3923E}"/>
              </a:ext>
            </a:extLst>
          </p:cNvPr>
          <p:cNvSpPr txBox="1"/>
          <p:nvPr/>
        </p:nvSpPr>
        <p:spPr>
          <a:xfrm>
            <a:off x="403454" y="636928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ブラウザに、 </a:t>
            </a:r>
            <a:r>
              <a:rPr kumimoji="1" lang="en-US" altLang="ja-JP" sz="2000" dirty="0"/>
              <a:t>http://raspizero2w:1880 </a:t>
            </a:r>
            <a:r>
              <a:rPr kumimoji="1" lang="ja-JP" altLang="en-US" sz="2000" dirty="0"/>
              <a:t>を入力します。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44A0020-64F7-5CF4-73AF-B2CBF9F29A33}"/>
              </a:ext>
            </a:extLst>
          </p:cNvPr>
          <p:cNvSpPr/>
          <p:nvPr/>
        </p:nvSpPr>
        <p:spPr>
          <a:xfrm>
            <a:off x="5809384" y="1917717"/>
            <a:ext cx="1810616" cy="37290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0234F3B-C87A-78BE-3A54-F742FA8DD0FD}"/>
              </a:ext>
            </a:extLst>
          </p:cNvPr>
          <p:cNvCxnSpPr>
            <a:cxnSpLocks/>
          </p:cNvCxnSpPr>
          <p:nvPr/>
        </p:nvCxnSpPr>
        <p:spPr>
          <a:xfrm>
            <a:off x="3725400" y="1037038"/>
            <a:ext cx="1991909" cy="80099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7926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48BE-D9CC-8C8C-D3C5-A1406135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E5058AF-610A-BB94-9C28-AA0D929AB05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938" y="1228046"/>
            <a:ext cx="5195571" cy="3023921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6751AE9-3D1D-9B7D-70E7-D4277F4F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10020E-CB56-8C50-8219-1EB3F04F71DC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Node-RED</a:t>
            </a:r>
            <a:r>
              <a:rPr lang="ja-JP" altLang="en-US" sz="2400" dirty="0"/>
              <a:t>を開きます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E7D888-53F0-3707-3339-0FA5F5CAA3B1}"/>
              </a:ext>
            </a:extLst>
          </p:cNvPr>
          <p:cNvSpPr txBox="1"/>
          <p:nvPr/>
        </p:nvSpPr>
        <p:spPr>
          <a:xfrm>
            <a:off x="5615709" y="2357373"/>
            <a:ext cx="30018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ユーザ名</a:t>
            </a:r>
            <a:r>
              <a:rPr kumimoji="1" lang="en-US" altLang="ja-JP" sz="2000" dirty="0"/>
              <a:t>: pi</a:t>
            </a:r>
          </a:p>
          <a:p>
            <a:r>
              <a:rPr kumimoji="1" lang="ja-JP" altLang="en-US" sz="2000" dirty="0"/>
              <a:t>パスワード</a:t>
            </a:r>
            <a:r>
              <a:rPr kumimoji="1" lang="en-US" altLang="ja-JP" sz="2000" dirty="0"/>
              <a:t>: raspberry</a:t>
            </a:r>
          </a:p>
          <a:p>
            <a:endParaRPr kumimoji="1" lang="en-US" altLang="ja-JP" sz="2000" dirty="0"/>
          </a:p>
          <a:p>
            <a:r>
              <a:rPr kumimoji="1" lang="ja-JP" altLang="en-US" sz="2000" dirty="0"/>
              <a:t>で、ログインできます。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A04CC34-3279-AB9C-A625-E9586996AA8B}"/>
              </a:ext>
            </a:extLst>
          </p:cNvPr>
          <p:cNvSpPr/>
          <p:nvPr/>
        </p:nvSpPr>
        <p:spPr>
          <a:xfrm>
            <a:off x="2689658" y="2417531"/>
            <a:ext cx="2445759" cy="1203124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93885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5EF94-DC5A-A46A-95E5-AFE741F7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5663F8D-9202-7C75-6896-A06D16C4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34" y="1589106"/>
            <a:ext cx="5001323" cy="3429479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C1EEB08-20C3-B5AB-46E8-4F1879533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E56DC4-B3DE-346F-5C9E-5A02EDCD7E2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Node-RED</a:t>
            </a:r>
            <a:r>
              <a:rPr lang="ja-JP" altLang="en-US" sz="2400" dirty="0"/>
              <a:t>を開きます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407E37-5CD0-ECB0-EF77-5A3557222D26}"/>
              </a:ext>
            </a:extLst>
          </p:cNvPr>
          <p:cNvSpPr txBox="1"/>
          <p:nvPr/>
        </p:nvSpPr>
        <p:spPr>
          <a:xfrm>
            <a:off x="6142182" y="1803656"/>
            <a:ext cx="3001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通知を有効にしました。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D8BF784-8A40-3AE7-ECF2-A357AA1AFC16}"/>
              </a:ext>
            </a:extLst>
          </p:cNvPr>
          <p:cNvSpPr/>
          <p:nvPr/>
        </p:nvSpPr>
        <p:spPr>
          <a:xfrm>
            <a:off x="1839914" y="4438194"/>
            <a:ext cx="1817688" cy="45707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E167B46-DECC-B233-ACC9-19799408C218}"/>
              </a:ext>
            </a:extLst>
          </p:cNvPr>
          <p:cNvCxnSpPr>
            <a:cxnSpLocks/>
          </p:cNvCxnSpPr>
          <p:nvPr/>
        </p:nvCxnSpPr>
        <p:spPr>
          <a:xfrm flipH="1">
            <a:off x="3759200" y="2203766"/>
            <a:ext cx="2466109" cy="210961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52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068F-37D2-6AD0-EEC1-F396D8A3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6B3133F-9392-9487-7EDB-200093B5849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061340"/>
            <a:ext cx="8839200" cy="490443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D03483-01B4-C73B-F01A-B5422325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21EBF4-23D1-8ED3-D088-C77903DC33A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Node-RED</a:t>
            </a:r>
            <a:r>
              <a:rPr lang="ja-JP" altLang="en-US" sz="2400" dirty="0"/>
              <a:t>を開きます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065809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9B2F-13B8-58B8-1290-1E2B151A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BD9666-7579-08D5-36F7-269F344C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55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C8D87F-13C8-60C5-7C30-7A252CF367F5}"/>
              </a:ext>
            </a:extLst>
          </p:cNvPr>
          <p:cNvSpPr txBox="1"/>
          <p:nvPr/>
        </p:nvSpPr>
        <p:spPr>
          <a:xfrm>
            <a:off x="868055" y="2262893"/>
            <a:ext cx="7407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/>
              <a:t>ラズパイのシステム終了</a:t>
            </a:r>
          </a:p>
        </p:txBody>
      </p:sp>
    </p:spTree>
    <p:extLst>
      <p:ext uri="{BB962C8B-B14F-4D97-AF65-F5344CB8AC3E}">
        <p14:creationId xmlns:p14="http://schemas.microsoft.com/office/powerpoint/2010/main" val="35411953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A1D1-88FF-320B-FA61-A372DEF1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1769CF3-A65D-2DF0-80D1-ABFEFC4DB5C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AD0CB9A-F99F-0BB2-AE94-BFADA0F7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890CC7-E25D-16B7-7F16-04D7F830CC70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ラズパイの仕様の確認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AE14CF-4FC0-88AA-4B7B-CE5CB24956F4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044725F-302B-D659-9E2A-14FF7721D77F}"/>
              </a:ext>
            </a:extLst>
          </p:cNvPr>
          <p:cNvSpPr/>
          <p:nvPr/>
        </p:nvSpPr>
        <p:spPr>
          <a:xfrm>
            <a:off x="1487872" y="4374479"/>
            <a:ext cx="1606310" cy="19752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E6987C7-D343-0DC0-0A92-978904A92F78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720436" cy="281605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BF1E85-1D0E-E397-AFDE-CC784CC92A0A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shutdown -h now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99597F0-B5F5-4768-464C-6D382E91E3AD}"/>
              </a:ext>
            </a:extLst>
          </p:cNvPr>
          <p:cNvSpPr txBox="1"/>
          <p:nvPr/>
        </p:nvSpPr>
        <p:spPr>
          <a:xfrm>
            <a:off x="1570700" y="1506886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終了すると、ラズパイ</a:t>
            </a:r>
            <a:r>
              <a:rPr kumimoji="1" lang="en-US" altLang="ja-JP" sz="2000" dirty="0"/>
              <a:t>ZERO 2 W</a:t>
            </a:r>
            <a:r>
              <a:rPr kumimoji="1" lang="ja-JP" altLang="en-US" sz="2000" dirty="0"/>
              <a:t> の緑の</a:t>
            </a:r>
            <a:r>
              <a:rPr kumimoji="1" lang="en-US" altLang="ja-JP" sz="2000" dirty="0"/>
              <a:t>LED</a:t>
            </a:r>
            <a:r>
              <a:rPr kumimoji="1" lang="ja-JP" altLang="en-US" sz="2000" dirty="0"/>
              <a:t>が消えます。</a:t>
            </a:r>
          </a:p>
        </p:txBody>
      </p:sp>
    </p:spTree>
    <p:extLst>
      <p:ext uri="{BB962C8B-B14F-4D97-AF65-F5344CB8AC3E}">
        <p14:creationId xmlns:p14="http://schemas.microsoft.com/office/powerpoint/2010/main" val="2607416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4477</TotalTime>
  <Words>1479</Words>
  <Application>Microsoft Office PowerPoint</Application>
  <PresentationFormat>画面に合わせる (4:3)</PresentationFormat>
  <Paragraphs>236</Paragraphs>
  <Slides>57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57</vt:i4>
      </vt:variant>
    </vt:vector>
  </HeadingPairs>
  <TitlesOfParts>
    <vt:vector size="61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山本三七男</dc:creator>
  <cp:keywords/>
  <dc:description>generated using python-pptx</dc:description>
  <cp:lastModifiedBy>三七男 山本</cp:lastModifiedBy>
  <cp:revision>268</cp:revision>
  <dcterms:created xsi:type="dcterms:W3CDTF">2013-01-27T09:14:16Z</dcterms:created>
  <dcterms:modified xsi:type="dcterms:W3CDTF">2025-10-28T17:36:52Z</dcterms:modified>
  <cp:category/>
</cp:coreProperties>
</file>