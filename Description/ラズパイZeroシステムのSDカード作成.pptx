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368" r:id="rId4"/>
    <p:sldId id="369" r:id="rId5"/>
    <p:sldId id="370" r:id="rId6"/>
    <p:sldId id="337" r:id="rId7"/>
    <p:sldId id="365" r:id="rId8"/>
    <p:sldId id="371" r:id="rId9"/>
    <p:sldId id="372" r:id="rId10"/>
    <p:sldId id="373" r:id="rId11"/>
    <p:sldId id="385" r:id="rId12"/>
    <p:sldId id="374" r:id="rId13"/>
    <p:sldId id="376" r:id="rId14"/>
    <p:sldId id="377" r:id="rId15"/>
    <p:sldId id="375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6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三七男 山本" initials="三山" lastIdx="1" clrIdx="0">
    <p:extLst>
      <p:ext uri="{19B8F6BF-5375-455C-9EA6-DF929625EA0E}">
        <p15:presenceInfo xmlns:p15="http://schemas.microsoft.com/office/powerpoint/2012/main" userId="b5d9de0a8def0e5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55"/>
    <a:srgbClr val="0099CC"/>
    <a:srgbClr val="E14656"/>
    <a:srgbClr val="E94DDE"/>
    <a:srgbClr val="D81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4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81CE2F-C574-80EF-5747-A92457317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CC861-648D-50B6-79A1-796C5B0E9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88713-E174-4349-BFC4-6EFC114B3E0D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8F0F4A-93A0-8D92-22DF-51D7770981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0CE2EE-2AF9-65D1-6C76-6E49B155D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F71E-24F8-4536-B10D-00B5069AB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619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79676-017F-4568-8715-BF0D48585B75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E46A-F822-46B9-A4CB-87818B506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38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4370-40FB-475F-AD35-CCD4FDE424B7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79D7-5AA5-4850-AE45-29A9A0ECEB48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7536-DA5F-41C6-BBF2-6E35F87A6142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7B27-C5D8-4894-9ECE-7FC7B5F04ED5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0E33-C8D2-41C6-B6C1-47F2281F6D72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4174-3442-44AC-B510-D8FCDCC14897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1262-BE2C-4389-9868-E899A79A9057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C13C-BEA9-486C-BF5B-2BEBA009AB8D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6BE3-A662-4CEE-BA9F-FD2A46736EFF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EC3-7B9D-47FF-80B4-13DE00F0F654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389E-81A3-42C6-BF38-21D0E5195125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483B-2E20-4D3E-BE06-DCF4256A9BB0}" type="datetime1">
              <a:rPr lang="en-US" altLang="ja-JP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spberrypi.com/softwar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55312" y="2253321"/>
            <a:ext cx="483337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ラズパイ</a:t>
            </a:r>
            <a:r>
              <a:rPr lang="en-US" altLang="ja-JP" sz="3600"/>
              <a:t>Zero</a:t>
            </a:r>
            <a:r>
              <a:rPr lang="ja-JP" altLang="en-US" sz="3600"/>
              <a:t>システム</a:t>
            </a:r>
            <a:r>
              <a:rPr lang="ja-JP" altLang="en-US" sz="3600" dirty="0"/>
              <a:t>の</a:t>
            </a:r>
            <a:endParaRPr lang="en-US" altLang="ja-JP" sz="3600" dirty="0"/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SD</a:t>
            </a:r>
            <a:r>
              <a:rPr lang="ja-JP" altLang="en-US" sz="3600" dirty="0"/>
              <a:t>カードを作成する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36234-9633-ABEB-F534-67AA9ED0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5F8EAEF-9A14-61BC-1AA1-8B7840AABF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621" y="1479117"/>
            <a:ext cx="7200755" cy="504112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61596" y="336018"/>
            <a:ext cx="48208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ラズパイ </a:t>
            </a:r>
            <a:r>
              <a:rPr lang="en-US" altLang="ja-JP" sz="2800" dirty="0"/>
              <a:t>Imager</a:t>
            </a:r>
            <a:r>
              <a:rPr lang="ja-JP" altLang="en-US" sz="2800" dirty="0"/>
              <a:t>のダウンロード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0D83EDFA-7E23-168B-AB06-849DE1EAC67B}"/>
              </a:ext>
            </a:extLst>
          </p:cNvPr>
          <p:cNvSpPr txBox="1"/>
          <p:nvPr/>
        </p:nvSpPr>
        <p:spPr>
          <a:xfrm>
            <a:off x="1293665" y="886132"/>
            <a:ext cx="52403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400" dirty="0">
                <a:hlinkClick r:id="rId3"/>
              </a:rPr>
              <a:t>https://www.raspberrypi.com/software/</a:t>
            </a:r>
            <a:endParaRPr lang="ja-JP" altLang="en-US" sz="2400" dirty="0"/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A083309F-42C7-558C-1329-8F2CA789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CEF9592-DA40-D5A5-7F2C-04CDEBC3C0F1}"/>
              </a:ext>
            </a:extLst>
          </p:cNvPr>
          <p:cNvSpPr/>
          <p:nvPr/>
        </p:nvSpPr>
        <p:spPr>
          <a:xfrm>
            <a:off x="1346605" y="5378883"/>
            <a:ext cx="1793760" cy="35689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7181908-B1B2-C95A-D1A0-42F3592CB8CB}"/>
              </a:ext>
            </a:extLst>
          </p:cNvPr>
          <p:cNvCxnSpPr>
            <a:cxnSpLocks/>
          </p:cNvCxnSpPr>
          <p:nvPr/>
        </p:nvCxnSpPr>
        <p:spPr>
          <a:xfrm flipH="1">
            <a:off x="2632364" y="1374691"/>
            <a:ext cx="1359651" cy="395454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E558-2F07-4A61-BEE8-950617F4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FBD4CD5-33B2-8E12-1844-2A05397EB0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8159" y="1228570"/>
            <a:ext cx="2900886" cy="136464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984C4D8-D78B-17CB-636D-EB1A30B514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1237" y="2717141"/>
            <a:ext cx="5154729" cy="3954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6DC608-EAA4-1705-49D0-EEF6D4AB6784}"/>
              </a:ext>
            </a:extLst>
          </p:cNvPr>
          <p:cNvSpPr txBox="1"/>
          <p:nvPr/>
        </p:nvSpPr>
        <p:spPr>
          <a:xfrm>
            <a:off x="2161596" y="336018"/>
            <a:ext cx="48208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ラズパイ </a:t>
            </a:r>
            <a:r>
              <a:rPr lang="en-US" altLang="ja-JP" sz="2800" dirty="0"/>
              <a:t>Imager</a:t>
            </a:r>
            <a:r>
              <a:rPr lang="ja-JP" altLang="en-US" sz="2800" dirty="0"/>
              <a:t>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EEE236AB-C492-4602-5223-A2FA0702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3336581-068B-73A1-A471-61BC3DFC4075}"/>
              </a:ext>
            </a:extLst>
          </p:cNvPr>
          <p:cNvSpPr/>
          <p:nvPr/>
        </p:nvSpPr>
        <p:spPr>
          <a:xfrm>
            <a:off x="4266128" y="2323013"/>
            <a:ext cx="749217" cy="27019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8BDAB5A-7AD5-FBD7-66B0-A4C991967ED7}"/>
              </a:ext>
            </a:extLst>
          </p:cNvPr>
          <p:cNvCxnSpPr>
            <a:cxnSpLocks/>
          </p:cNvCxnSpPr>
          <p:nvPr/>
        </p:nvCxnSpPr>
        <p:spPr>
          <a:xfrm>
            <a:off x="4747491" y="2593212"/>
            <a:ext cx="757382" cy="3713353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C91DE1-8DF7-92F7-D5A3-2EF0D25984BA}"/>
              </a:ext>
            </a:extLst>
          </p:cNvPr>
          <p:cNvSpPr txBox="1"/>
          <p:nvPr/>
        </p:nvSpPr>
        <p:spPr>
          <a:xfrm>
            <a:off x="542002" y="859238"/>
            <a:ext cx="682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imager-1.9.6.exe</a:t>
            </a:r>
            <a:r>
              <a:rPr kumimoji="1" lang="ja-JP" altLang="en-US" b="1" dirty="0">
                <a:solidFill>
                  <a:srgbClr val="E64555"/>
                </a:solidFill>
              </a:rPr>
              <a:t> </a:t>
            </a:r>
            <a:r>
              <a:rPr kumimoji="1" lang="ja-JP" altLang="en-US" dirty="0"/>
              <a:t>をダウンロードして、インストールを実行しますます。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9FAD705-CAB2-5AF8-11C1-CB85CF263834}"/>
              </a:ext>
            </a:extLst>
          </p:cNvPr>
          <p:cNvSpPr/>
          <p:nvPr/>
        </p:nvSpPr>
        <p:spPr>
          <a:xfrm>
            <a:off x="5297054" y="6376472"/>
            <a:ext cx="749217" cy="27019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13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E281-41C7-509C-9A99-33A8DC72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5B630159-B4FC-1EAB-F951-0A115588AEE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422" y="1915517"/>
            <a:ext cx="4106948" cy="316448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B3B1F68-39BE-B68F-F3ED-8B8964F23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059" y="1915517"/>
            <a:ext cx="4095213" cy="3164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D90C94-64BA-81D4-297D-FE5E4650F957}"/>
              </a:ext>
            </a:extLst>
          </p:cNvPr>
          <p:cNvSpPr txBox="1"/>
          <p:nvPr/>
        </p:nvSpPr>
        <p:spPr>
          <a:xfrm>
            <a:off x="2161596" y="336018"/>
            <a:ext cx="48208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ラズパイ </a:t>
            </a:r>
            <a:r>
              <a:rPr lang="en-US" altLang="ja-JP" sz="2800" dirty="0"/>
              <a:t>Imager</a:t>
            </a:r>
            <a:r>
              <a:rPr lang="ja-JP" altLang="en-US" sz="2800" dirty="0"/>
              <a:t>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A4CDFC2-1A59-1150-850F-3EFDAF0E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59613B7-5161-200E-9243-6B39B7061791}"/>
              </a:ext>
            </a:extLst>
          </p:cNvPr>
          <p:cNvSpPr/>
          <p:nvPr/>
        </p:nvSpPr>
        <p:spPr>
          <a:xfrm>
            <a:off x="3177308" y="4796993"/>
            <a:ext cx="591129" cy="28300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F76EEBD-5AAB-8D61-AE4D-AE2D16F38B4F}"/>
              </a:ext>
            </a:extLst>
          </p:cNvPr>
          <p:cNvCxnSpPr>
            <a:cxnSpLocks/>
          </p:cNvCxnSpPr>
          <p:nvPr/>
        </p:nvCxnSpPr>
        <p:spPr>
          <a:xfrm>
            <a:off x="692727" y="4544291"/>
            <a:ext cx="2329629" cy="25270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33DB9B-F8D7-27FF-A061-330D3B4BF771}"/>
              </a:ext>
            </a:extLst>
          </p:cNvPr>
          <p:cNvSpPr txBox="1"/>
          <p:nvPr/>
        </p:nvSpPr>
        <p:spPr>
          <a:xfrm>
            <a:off x="542002" y="859238"/>
            <a:ext cx="682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imager-1.9.6.exe</a:t>
            </a:r>
            <a:r>
              <a:rPr kumimoji="1" lang="ja-JP" altLang="en-US" b="1" dirty="0">
                <a:solidFill>
                  <a:srgbClr val="E64555"/>
                </a:solidFill>
              </a:rPr>
              <a:t> </a:t>
            </a:r>
            <a:r>
              <a:rPr kumimoji="1" lang="ja-JP" altLang="en-US" dirty="0"/>
              <a:t>をダウンロードして、インストールを実行しますます。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BF28540-3E5C-D3F6-E447-31BFA3323CFC}"/>
              </a:ext>
            </a:extLst>
          </p:cNvPr>
          <p:cNvSpPr/>
          <p:nvPr/>
        </p:nvSpPr>
        <p:spPr>
          <a:xfrm>
            <a:off x="7495308" y="4796992"/>
            <a:ext cx="591129" cy="28300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F860A3D-3ED8-68C5-3506-1FF47CF48F5A}"/>
              </a:ext>
            </a:extLst>
          </p:cNvPr>
          <p:cNvCxnSpPr>
            <a:cxnSpLocks/>
          </p:cNvCxnSpPr>
          <p:nvPr/>
        </p:nvCxnSpPr>
        <p:spPr>
          <a:xfrm>
            <a:off x="3768437" y="4938495"/>
            <a:ext cx="3594278" cy="1089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01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BF29-76E9-B688-167C-2A8F8A43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7E5CE4B-CAB0-16EA-6C97-72F4E1799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06" y="1576327"/>
            <a:ext cx="5639587" cy="4410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C6F840-6C6E-0DFE-1DDD-2AE69686F385}"/>
              </a:ext>
            </a:extLst>
          </p:cNvPr>
          <p:cNvSpPr txBox="1"/>
          <p:nvPr/>
        </p:nvSpPr>
        <p:spPr>
          <a:xfrm>
            <a:off x="2161596" y="336018"/>
            <a:ext cx="48208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ラズパイ </a:t>
            </a:r>
            <a:r>
              <a:rPr lang="en-US" altLang="ja-JP" sz="2800" dirty="0"/>
              <a:t>Imager</a:t>
            </a:r>
            <a:r>
              <a:rPr lang="ja-JP" altLang="en-US" sz="2800" dirty="0"/>
              <a:t>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38733C30-D314-10F4-5B8F-011471B2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5D4A831-C196-C317-39EC-E1D54FA8854D}"/>
              </a:ext>
            </a:extLst>
          </p:cNvPr>
          <p:cNvSpPr/>
          <p:nvPr/>
        </p:nvSpPr>
        <p:spPr>
          <a:xfrm>
            <a:off x="5791200" y="5593175"/>
            <a:ext cx="752764" cy="35689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92C65326-D393-65FA-8972-A5E1FEA4D366}"/>
              </a:ext>
            </a:extLst>
          </p:cNvPr>
          <p:cNvCxnSpPr>
            <a:cxnSpLocks/>
          </p:cNvCxnSpPr>
          <p:nvPr/>
        </p:nvCxnSpPr>
        <p:spPr>
          <a:xfrm>
            <a:off x="3952358" y="3352800"/>
            <a:ext cx="1728006" cy="212436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92F995-2C1E-7EC2-E903-751AF2117860}"/>
              </a:ext>
            </a:extLst>
          </p:cNvPr>
          <p:cNvSpPr txBox="1"/>
          <p:nvPr/>
        </p:nvSpPr>
        <p:spPr>
          <a:xfrm>
            <a:off x="542002" y="859238"/>
            <a:ext cx="682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imager-1.9.6.exe</a:t>
            </a:r>
            <a:r>
              <a:rPr kumimoji="1" lang="ja-JP" altLang="en-US" b="1" dirty="0">
                <a:solidFill>
                  <a:srgbClr val="E64555"/>
                </a:solidFill>
              </a:rPr>
              <a:t> </a:t>
            </a:r>
            <a:r>
              <a:rPr kumimoji="1" lang="ja-JP" altLang="en-US" dirty="0"/>
              <a:t>をダウンロードして、インストールを実行しますます。</a:t>
            </a:r>
          </a:p>
        </p:txBody>
      </p:sp>
    </p:spTree>
    <p:extLst>
      <p:ext uri="{BB962C8B-B14F-4D97-AF65-F5344CB8AC3E}">
        <p14:creationId xmlns:p14="http://schemas.microsoft.com/office/powerpoint/2010/main" val="195219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CAA1-4FC0-1082-C7AC-42D89A32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0B2C206-54B7-3B45-8DDD-ED8C543C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F53181-49D1-5F40-F9B3-22C0AE716322}"/>
              </a:ext>
            </a:extLst>
          </p:cNvPr>
          <p:cNvSpPr txBox="1"/>
          <p:nvPr/>
        </p:nvSpPr>
        <p:spPr>
          <a:xfrm>
            <a:off x="928255" y="2607070"/>
            <a:ext cx="7287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dirty="0"/>
              <a:t>Raspberry Pi Imager</a:t>
            </a:r>
            <a:r>
              <a:rPr lang="ja-JP" altLang="en-US" sz="3600" dirty="0"/>
              <a:t>の実行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7936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D0D8-89D1-4C53-EDF5-DC08ADB4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44CDEC2-FDE8-D80E-A274-9548EB598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57" y="1819346"/>
            <a:ext cx="6477904" cy="4525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2B9E79-E7A6-4E58-5FAF-AE8D2E7B7A56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FBE2692B-AF6F-816B-D2A5-80B51E63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CA3CEB6-85A2-C46E-E800-3BC85C511ABB}"/>
              </a:ext>
            </a:extLst>
          </p:cNvPr>
          <p:cNvSpPr/>
          <p:nvPr/>
        </p:nvSpPr>
        <p:spPr>
          <a:xfrm>
            <a:off x="1709705" y="3952541"/>
            <a:ext cx="1513786" cy="44952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4B1350-0180-DA82-81A3-3D1022B59BB8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(1)</a:t>
            </a:r>
            <a:r>
              <a:rPr kumimoji="1" lang="ja-JP" altLang="en-US" dirty="0"/>
              <a:t>デバイスを選択します。</a:t>
            </a:r>
            <a:endParaRPr kumimoji="1" lang="en-US" altLang="ja-JP" dirty="0"/>
          </a:p>
          <a:p>
            <a:r>
              <a:rPr kumimoji="1" lang="ja-JP" altLang="en-US" dirty="0"/>
              <a:t>今回は、</a:t>
            </a:r>
            <a:r>
              <a:rPr kumimoji="1" lang="en-US" altLang="ja-JP" dirty="0"/>
              <a:t>Raspberry Pi 4</a:t>
            </a:r>
            <a:r>
              <a:rPr kumimoji="1" lang="ja-JP" altLang="en-US" dirty="0"/>
              <a:t>を選択します。</a:t>
            </a:r>
          </a:p>
        </p:txBody>
      </p:sp>
    </p:spTree>
    <p:extLst>
      <p:ext uri="{BB962C8B-B14F-4D97-AF65-F5344CB8AC3E}">
        <p14:creationId xmlns:p14="http://schemas.microsoft.com/office/powerpoint/2010/main" val="156422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7817-13CA-408D-3FC0-B83AE5E2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16AF0FB-9EC2-2E85-CC96-06302D96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947862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E0CD6D-7D3F-FB24-5006-0C116ADFC876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17C87719-D2B4-2BAC-DD14-00E02AFF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78B1EF-B7EA-5915-4A19-E15B0728CC4C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(1)</a:t>
            </a:r>
            <a:r>
              <a:rPr kumimoji="1" lang="ja-JP" altLang="en-US" dirty="0"/>
              <a:t>デバイスを選択します。</a:t>
            </a:r>
            <a:endParaRPr kumimoji="1" lang="en-US" altLang="ja-JP" dirty="0"/>
          </a:p>
          <a:p>
            <a:r>
              <a:rPr kumimoji="1" lang="ja-JP" altLang="en-US" dirty="0"/>
              <a:t>今回は、</a:t>
            </a:r>
            <a:r>
              <a:rPr kumimoji="1" lang="en-US" altLang="ja-JP" dirty="0"/>
              <a:t>Raspberry Pi Zero 2 W</a:t>
            </a:r>
            <a:r>
              <a:rPr kumimoji="1" lang="ja-JP" altLang="en-US" dirty="0"/>
              <a:t>を選択します。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9727A94-59D1-8A6E-AE80-5408941D083D}"/>
              </a:ext>
            </a:extLst>
          </p:cNvPr>
          <p:cNvSpPr/>
          <p:nvPr/>
        </p:nvSpPr>
        <p:spPr>
          <a:xfrm>
            <a:off x="1724478" y="3776951"/>
            <a:ext cx="3355521" cy="87745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15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8D34-A13D-29FF-5E95-EA5F4785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E96079D-DE00-D8AB-EF01-AB3B88B83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1" y="1784350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7AC9AB-0491-7C33-DFB8-9D35382FEA7F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C67C7521-3DEF-CCB7-F34D-A7171BE7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C8B47D-5E81-CEEB-8A92-2C53980866A6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(2)OS</a:t>
            </a:r>
            <a:r>
              <a:rPr kumimoji="1" lang="ja-JP" altLang="en-US" dirty="0"/>
              <a:t>を選択します。</a:t>
            </a:r>
            <a:endParaRPr kumimoji="1" lang="en-US" altLang="ja-JP" dirty="0"/>
          </a:p>
          <a:p>
            <a:r>
              <a:rPr kumimoji="1" lang="ja-JP" altLang="en-US" dirty="0"/>
              <a:t>今回は、</a:t>
            </a:r>
            <a:r>
              <a:rPr kumimoji="1" lang="en-US" altLang="ja-JP" dirty="0"/>
              <a:t>Raspberry Pi OS (64-bit)</a:t>
            </a:r>
            <a:r>
              <a:rPr kumimoji="1" lang="ja-JP" altLang="en-US" dirty="0"/>
              <a:t>を選択します。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698F5D1-1E60-AC79-B02B-5835D236FC34}"/>
              </a:ext>
            </a:extLst>
          </p:cNvPr>
          <p:cNvSpPr/>
          <p:nvPr/>
        </p:nvSpPr>
        <p:spPr>
          <a:xfrm>
            <a:off x="3824613" y="3927928"/>
            <a:ext cx="1126079" cy="44952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78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917C-ADCB-B81A-086D-3041182C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F88DC51-D1FA-6F75-0E00-1DB1371D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6" y="1784350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97FF61-753C-C5D6-06C5-9CE43091A52D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1435233A-CBCD-F44E-3C5D-79FF13CB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8B6B29-6DDF-27EC-EFBC-C03AB7254D00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(2)OS</a:t>
            </a:r>
            <a:r>
              <a:rPr kumimoji="1" lang="ja-JP" altLang="en-US" dirty="0"/>
              <a:t>を選択します。</a:t>
            </a:r>
            <a:endParaRPr kumimoji="1" lang="en-US" altLang="ja-JP" dirty="0"/>
          </a:p>
          <a:p>
            <a:r>
              <a:rPr kumimoji="1" lang="ja-JP" altLang="en-US" dirty="0"/>
              <a:t>今回は、</a:t>
            </a:r>
            <a:r>
              <a:rPr kumimoji="1" lang="en-US" altLang="ja-JP" dirty="0"/>
              <a:t>Raspberry Pi OS (other)</a:t>
            </a:r>
            <a:r>
              <a:rPr kumimoji="1" lang="ja-JP" altLang="en-US" dirty="0"/>
              <a:t>を選択し、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5E57BDC-7CDA-11F5-AE16-F81F91AFBAA3}"/>
              </a:ext>
            </a:extLst>
          </p:cNvPr>
          <p:cNvSpPr/>
          <p:nvPr/>
        </p:nvSpPr>
        <p:spPr>
          <a:xfrm>
            <a:off x="1718723" y="5385070"/>
            <a:ext cx="5753495" cy="863414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83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E049-1675-C000-89F3-177BD552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1851B08-2233-424C-6CED-2779E7F1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4" y="1784350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8AD036-BD0D-05B0-6EE6-4AD60FBAF30D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109E4FE5-63A6-3085-AC9B-CE405836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54B5CD-C020-0B87-B3F3-C192EF072070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(2)OS</a:t>
            </a:r>
            <a:r>
              <a:rPr kumimoji="1" lang="ja-JP" altLang="en-US" dirty="0"/>
              <a:t>を選択します。</a:t>
            </a:r>
            <a:endParaRPr kumimoji="1" lang="en-US" altLang="ja-JP" dirty="0"/>
          </a:p>
          <a:p>
            <a:r>
              <a:rPr kumimoji="1" lang="en-US" altLang="ja-JP" dirty="0"/>
              <a:t>Raspberry Pi OS Lite(64-bit)</a:t>
            </a:r>
            <a:r>
              <a:rPr kumimoji="1" lang="ja-JP" altLang="en-US" dirty="0"/>
              <a:t>を選択します。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6863925-05DA-5A7B-750B-2DB8D9AB94E5}"/>
              </a:ext>
            </a:extLst>
          </p:cNvPr>
          <p:cNvSpPr/>
          <p:nvPr/>
        </p:nvSpPr>
        <p:spPr>
          <a:xfrm>
            <a:off x="1690491" y="3235202"/>
            <a:ext cx="5753495" cy="117054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1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B6A8-4347-92DB-64F4-3FD80D63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15511BE-55BD-29B5-9F46-9EACC3BE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969326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45B432-12FF-F491-50E7-9B4B068573A0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C9AB8D8-E986-8D5E-67EA-D9B9D7E7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B02D143-EC13-AEB4-41A6-CFCB35269BDA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(3)</a:t>
            </a:r>
            <a:r>
              <a:rPr kumimoji="1" lang="ja-JP" altLang="en-US" dirty="0"/>
              <a:t>ストレージを選択します。</a:t>
            </a:r>
            <a:endParaRPr kumimoji="1" lang="en-US" altLang="ja-JP" dirty="0"/>
          </a:p>
          <a:p>
            <a:r>
              <a:rPr kumimoji="1" lang="en-US" altLang="ja-JP" dirty="0"/>
              <a:t>USB</a:t>
            </a:r>
            <a:r>
              <a:rPr kumimoji="1" lang="ja-JP" altLang="en-US" dirty="0"/>
              <a:t>に刺している</a:t>
            </a:r>
            <a:r>
              <a:rPr kumimoji="1" lang="en-US" altLang="ja-JP" dirty="0"/>
              <a:t>SD</a:t>
            </a:r>
            <a:r>
              <a:rPr kumimoji="1" lang="ja-JP" altLang="en-US" dirty="0"/>
              <a:t>カードを選択します。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3370D51-8929-E281-6E97-D9D4CDBEC1F0}"/>
              </a:ext>
            </a:extLst>
          </p:cNvPr>
          <p:cNvSpPr/>
          <p:nvPr/>
        </p:nvSpPr>
        <p:spPr>
          <a:xfrm>
            <a:off x="5375563" y="4084946"/>
            <a:ext cx="2050473" cy="47781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18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CDB3-1A6C-438E-63A9-F43AE25B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764F64E-0469-05B7-9125-3EBB2A41E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4" y="2130425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E46626-9D36-13B2-3D00-AF5AB9558533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2BF750C-36EC-9712-4C61-72013800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B84148-521C-7B42-3BE4-A2FED59D1A07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(3)</a:t>
            </a:r>
            <a:r>
              <a:rPr kumimoji="1" lang="ja-JP" altLang="en-US" dirty="0"/>
              <a:t>ストレージを選択します。</a:t>
            </a:r>
            <a:endParaRPr kumimoji="1" lang="en-US" altLang="ja-JP" dirty="0"/>
          </a:p>
          <a:p>
            <a:r>
              <a:rPr kumimoji="1" lang="en-US" altLang="ja-JP" dirty="0"/>
              <a:t>USB</a:t>
            </a:r>
            <a:r>
              <a:rPr kumimoji="1" lang="ja-JP" altLang="en-US" dirty="0"/>
              <a:t>に刺している</a:t>
            </a:r>
            <a:r>
              <a:rPr kumimoji="1" lang="en-US" altLang="ja-JP" dirty="0"/>
              <a:t>SD</a:t>
            </a:r>
            <a:r>
              <a:rPr kumimoji="1" lang="ja-JP" altLang="en-US" dirty="0"/>
              <a:t>カードを選択します。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36F78FD-30B3-903D-D02C-6D3228721071}"/>
              </a:ext>
            </a:extLst>
          </p:cNvPr>
          <p:cNvSpPr/>
          <p:nvPr/>
        </p:nvSpPr>
        <p:spPr>
          <a:xfrm>
            <a:off x="1713725" y="2919929"/>
            <a:ext cx="5716547" cy="77338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90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FEB8E-A22E-090C-E8F5-4809B846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2600A43-840B-4ABD-29AC-769D0E4F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914511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F749EF-D866-AB92-25E3-93363267251D}"/>
              </a:ext>
            </a:extLst>
          </p:cNvPr>
          <p:cNvSpPr txBox="1"/>
          <p:nvPr/>
        </p:nvSpPr>
        <p:spPr>
          <a:xfrm>
            <a:off x="2478125" y="268904"/>
            <a:ext cx="4187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Raspberry Pi Imager</a:t>
            </a:r>
            <a:r>
              <a:rPr lang="ja-JP" altLang="en-US" sz="2800" dirty="0"/>
              <a:t>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A842CE71-9483-EFDF-EAED-29EE0F1C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6389EB-43DE-D24B-8EAC-D59ED55B2935}"/>
              </a:ext>
            </a:extLst>
          </p:cNvPr>
          <p:cNvSpPr txBox="1"/>
          <p:nvPr/>
        </p:nvSpPr>
        <p:spPr>
          <a:xfrm>
            <a:off x="951882" y="103015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(3)</a:t>
            </a:r>
            <a:r>
              <a:rPr kumimoji="1" lang="ja-JP" altLang="en-US" dirty="0"/>
              <a:t>ストレージを選択します。</a:t>
            </a:r>
            <a:endParaRPr kumimoji="1" lang="en-US" altLang="ja-JP" dirty="0"/>
          </a:p>
          <a:p>
            <a:r>
              <a:rPr kumimoji="1" lang="en-US" altLang="ja-JP" dirty="0"/>
              <a:t>USB</a:t>
            </a:r>
            <a:r>
              <a:rPr kumimoji="1" lang="ja-JP" altLang="en-US" dirty="0"/>
              <a:t>に刺している</a:t>
            </a:r>
            <a:r>
              <a:rPr kumimoji="1" lang="en-US" altLang="ja-JP" dirty="0"/>
              <a:t>SD</a:t>
            </a:r>
            <a:r>
              <a:rPr kumimoji="1" lang="ja-JP" altLang="en-US" dirty="0"/>
              <a:t>カードを選択します。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8ECD5D0-3250-14B7-5394-4B660401B46E}"/>
              </a:ext>
            </a:extLst>
          </p:cNvPr>
          <p:cNvSpPr/>
          <p:nvPr/>
        </p:nvSpPr>
        <p:spPr>
          <a:xfrm>
            <a:off x="5330144" y="5424219"/>
            <a:ext cx="2133600" cy="41286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004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7503-7AC2-8384-8183-7A72DD77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0D1AAB6-8EFF-4C2B-1601-B74279C1E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998046"/>
            <a:ext cx="6496050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D4D5FB-E037-C11C-C450-FC5D9E30FB2C}"/>
              </a:ext>
            </a:extLst>
          </p:cNvPr>
          <p:cNvSpPr txBox="1"/>
          <p:nvPr/>
        </p:nvSpPr>
        <p:spPr>
          <a:xfrm>
            <a:off x="3581984" y="268904"/>
            <a:ext cx="1980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設定の編集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1F56DAF2-B46C-CF1E-5A1B-C271370F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8B06C1A-87EA-E488-9503-9E3ABA7F5C4D}"/>
              </a:ext>
            </a:extLst>
          </p:cNvPr>
          <p:cNvSpPr txBox="1"/>
          <p:nvPr/>
        </p:nvSpPr>
        <p:spPr>
          <a:xfrm>
            <a:off x="951882" y="1030152"/>
            <a:ext cx="666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(4)</a:t>
            </a:r>
            <a:r>
              <a:rPr kumimoji="1" lang="ja-JP" altLang="en-US" dirty="0"/>
              <a:t>設定を編集する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749CBB5-580C-D068-4DA7-807D5BD86260}"/>
              </a:ext>
            </a:extLst>
          </p:cNvPr>
          <p:cNvSpPr/>
          <p:nvPr/>
        </p:nvSpPr>
        <p:spPr>
          <a:xfrm>
            <a:off x="2596178" y="4676072"/>
            <a:ext cx="1135313" cy="542473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725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8A11C-A18E-8E7C-0CDE-0B34FD34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47AAC36-04FE-C4E9-007D-214F7BCF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3" y="978264"/>
            <a:ext cx="4156377" cy="5692430"/>
          </a:xfrm>
          <a:prstGeom prst="rect">
            <a:avLst/>
          </a:prstGeom>
        </p:spPr>
      </p:pic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6D9A4763-0DC7-DB4B-9415-8E1B189F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E48CDC-4567-47E2-0FB1-858250A78592}"/>
              </a:ext>
            </a:extLst>
          </p:cNvPr>
          <p:cNvSpPr txBox="1"/>
          <p:nvPr/>
        </p:nvSpPr>
        <p:spPr>
          <a:xfrm>
            <a:off x="4821918" y="1080396"/>
            <a:ext cx="3943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(4)</a:t>
            </a:r>
            <a:r>
              <a:rPr kumimoji="1" lang="ja-JP" altLang="en-US" dirty="0"/>
              <a:t>設定を編集する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155546-1CC3-BA24-FB15-DEF91021A620}"/>
              </a:ext>
            </a:extLst>
          </p:cNvPr>
          <p:cNvSpPr txBox="1"/>
          <p:nvPr/>
        </p:nvSpPr>
        <p:spPr>
          <a:xfrm>
            <a:off x="4821918" y="1449728"/>
            <a:ext cx="422048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ホスト名</a:t>
            </a:r>
            <a:r>
              <a:rPr kumimoji="1" lang="en-US" altLang="ja-JP" sz="1600" dirty="0"/>
              <a:t>: </a:t>
            </a:r>
            <a:r>
              <a:rPr kumimoji="1" lang="ja-JP" altLang="en-US" sz="1600" dirty="0"/>
              <a:t>ラズパイの名称</a:t>
            </a:r>
            <a:endParaRPr kumimoji="1" lang="en-US" altLang="ja-JP" sz="1600" dirty="0"/>
          </a:p>
          <a:p>
            <a:r>
              <a:rPr kumimoji="1" lang="ja-JP" altLang="en-US" sz="1600" dirty="0"/>
              <a:t>　分かりやすい名前</a:t>
            </a:r>
            <a:r>
              <a:rPr kumimoji="1" lang="en-US" altLang="ja-JP" sz="1600" dirty="0"/>
              <a:t>(raspizero2w</a:t>
            </a:r>
            <a:r>
              <a:rPr kumimoji="1" lang="ja-JP" altLang="en-US" sz="1600" dirty="0"/>
              <a:t>でいいよ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  <a:p>
            <a:endParaRPr kumimoji="1" lang="en-US" altLang="ja-JP" sz="1600" dirty="0"/>
          </a:p>
          <a:p>
            <a:r>
              <a:rPr kumimoji="1" lang="ja-JP" altLang="en-US" sz="1600" dirty="0"/>
              <a:t>ユーザー名</a:t>
            </a:r>
            <a:r>
              <a:rPr kumimoji="1" lang="en-US" altLang="ja-JP" sz="1600" dirty="0"/>
              <a:t>: ssh</a:t>
            </a:r>
            <a:r>
              <a:rPr kumimoji="1" lang="ja-JP" altLang="en-US" sz="1600" dirty="0"/>
              <a:t>でログインするときの名前です</a:t>
            </a:r>
            <a:r>
              <a:rPr kumimoji="1" lang="en-US" altLang="ja-JP" sz="1600" dirty="0"/>
              <a:t>(pi </a:t>
            </a:r>
            <a:r>
              <a:rPr kumimoji="1" lang="ja-JP" altLang="en-US" sz="1600" dirty="0"/>
              <a:t>でもいいよ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  <a:p>
            <a:r>
              <a:rPr kumimoji="1" lang="ja-JP" altLang="en-US" sz="1600" dirty="0"/>
              <a:t>パスワード</a:t>
            </a:r>
            <a:r>
              <a:rPr kumimoji="1" lang="en-US" altLang="ja-JP" sz="1600" dirty="0"/>
              <a:t>: </a:t>
            </a:r>
            <a:r>
              <a:rPr kumimoji="1" lang="ja-JP" altLang="en-US" sz="1600" dirty="0"/>
              <a:t>パスワードです</a:t>
            </a:r>
            <a:endParaRPr kumimoji="1" lang="en-US" altLang="ja-JP" sz="1600" dirty="0"/>
          </a:p>
          <a:p>
            <a:r>
              <a:rPr kumimoji="1" lang="ja-JP" altLang="en-US" sz="1600" dirty="0"/>
              <a:t>　</a:t>
            </a:r>
            <a:r>
              <a:rPr kumimoji="1" lang="en-US" altLang="ja-JP" sz="1600" dirty="0"/>
              <a:t>(raspberry </a:t>
            </a:r>
            <a:r>
              <a:rPr kumimoji="1" lang="ja-JP" altLang="en-US" sz="1600" dirty="0"/>
              <a:t>にすると、分かりやすい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  <a:p>
            <a:endParaRPr kumimoji="1" lang="en-US" altLang="ja-JP" sz="1600" dirty="0"/>
          </a:p>
          <a:p>
            <a:r>
              <a:rPr kumimoji="1" lang="en-US" altLang="ja-JP" sz="1600" dirty="0"/>
              <a:t> SSID: Windows11</a:t>
            </a:r>
            <a:r>
              <a:rPr kumimoji="1" lang="ja-JP" altLang="en-US" sz="1600" dirty="0"/>
              <a:t>のモバイルホットスポットの</a:t>
            </a:r>
          </a:p>
          <a:p>
            <a:r>
              <a:rPr kumimoji="1" lang="ja-JP" altLang="en-US" sz="1600" dirty="0"/>
              <a:t>　　　　</a:t>
            </a:r>
            <a:r>
              <a:rPr kumimoji="1" lang="en-US" altLang="ja-JP" sz="1600" dirty="0"/>
              <a:t>SSID</a:t>
            </a:r>
            <a:r>
              <a:rPr kumimoji="1" lang="ja-JP" altLang="en-US" sz="1600" dirty="0"/>
              <a:t>にします</a:t>
            </a:r>
            <a:r>
              <a:rPr kumimoji="1" lang="en-US" altLang="ja-JP" sz="1600" dirty="0"/>
              <a:t>(pi</a:t>
            </a:r>
            <a:r>
              <a:rPr kumimoji="1" lang="ja-JP" altLang="en-US" sz="1600" dirty="0"/>
              <a:t>がいいよ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  <a:p>
            <a:r>
              <a:rPr kumimoji="1" lang="ja-JP" altLang="en-US" sz="1600" dirty="0"/>
              <a:t>パスワード</a:t>
            </a:r>
            <a:r>
              <a:rPr kumimoji="1" lang="en-US" altLang="ja-JP" sz="1600" dirty="0"/>
              <a:t>: Windows11</a:t>
            </a:r>
            <a:r>
              <a:rPr kumimoji="1" lang="ja-JP" altLang="en-US" sz="1600" dirty="0"/>
              <a:t>のモバイルホット</a:t>
            </a:r>
          </a:p>
          <a:p>
            <a:r>
              <a:rPr kumimoji="1" lang="ja-JP" altLang="en-US" sz="1600" dirty="0"/>
              <a:t>　　　　　　　　スポットのパスワードにします</a:t>
            </a:r>
            <a:endParaRPr kumimoji="1" lang="en-US" altLang="ja-JP" sz="1600" dirty="0"/>
          </a:p>
          <a:p>
            <a:r>
              <a:rPr kumimoji="1" lang="ja-JP" altLang="en-US" sz="1600" dirty="0"/>
              <a:t>　　　　　　　　</a:t>
            </a:r>
            <a:r>
              <a:rPr kumimoji="1" lang="en-US" altLang="ja-JP" sz="1600" dirty="0"/>
              <a:t>(raspberry</a:t>
            </a:r>
            <a:r>
              <a:rPr kumimoji="1" lang="ja-JP" altLang="en-US" sz="1600" dirty="0"/>
              <a:t>でいいよ</a:t>
            </a:r>
            <a:r>
              <a:rPr kumimoji="1" lang="en-US" altLang="ja-JP" sz="1600" dirty="0"/>
              <a:t>)</a:t>
            </a:r>
          </a:p>
          <a:p>
            <a:r>
              <a:rPr kumimoji="1" lang="en-US" altLang="ja-JP" sz="1600" dirty="0" err="1"/>
              <a:t>WiFi</a:t>
            </a:r>
            <a:r>
              <a:rPr kumimoji="1" lang="ja-JP" altLang="en-US" sz="1600" dirty="0"/>
              <a:t>を使う国</a:t>
            </a:r>
            <a:r>
              <a:rPr kumimoji="1" lang="en-US" altLang="ja-JP" sz="1600" dirty="0"/>
              <a:t>: JP</a:t>
            </a:r>
            <a:r>
              <a:rPr kumimoji="1" lang="ja-JP" altLang="en-US" sz="1600" dirty="0"/>
              <a:t>を選びます</a:t>
            </a:r>
          </a:p>
          <a:p>
            <a:r>
              <a:rPr kumimoji="1" lang="ja-JP" altLang="en-US" sz="1600" dirty="0"/>
              <a:t>タイムゾーン</a:t>
            </a:r>
            <a:r>
              <a:rPr kumimoji="1" lang="en-US" altLang="ja-JP" sz="1600" dirty="0"/>
              <a:t>: Asia/Tokyo </a:t>
            </a:r>
            <a:r>
              <a:rPr kumimoji="1" lang="ja-JP" altLang="en-US" sz="1600" dirty="0"/>
              <a:t>を選びます</a:t>
            </a:r>
          </a:p>
          <a:p>
            <a:r>
              <a:rPr kumimoji="1" lang="ja-JP" altLang="en-US" sz="1600" dirty="0"/>
              <a:t>キーボードレイアウト</a:t>
            </a:r>
            <a:r>
              <a:rPr kumimoji="1" lang="en-US" altLang="ja-JP" sz="1600" dirty="0"/>
              <a:t>: </a:t>
            </a:r>
            <a:r>
              <a:rPr kumimoji="1" lang="en-US" altLang="ja-JP" sz="1600" dirty="0" err="1"/>
              <a:t>jp</a:t>
            </a:r>
            <a:r>
              <a:rPr kumimoji="1" lang="ja-JP" altLang="en-US" sz="1600" dirty="0"/>
              <a:t>を選びます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E200626-B8D3-A2EB-6EAA-3C8869ECA519}"/>
              </a:ext>
            </a:extLst>
          </p:cNvPr>
          <p:cNvSpPr txBox="1"/>
          <p:nvPr/>
        </p:nvSpPr>
        <p:spPr>
          <a:xfrm>
            <a:off x="3581984" y="268904"/>
            <a:ext cx="1980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設定の編集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3EE4F50-1345-9532-F2CB-F2BB368E7948}"/>
              </a:ext>
            </a:extLst>
          </p:cNvPr>
          <p:cNvCxnSpPr>
            <a:cxnSpLocks/>
          </p:cNvCxnSpPr>
          <p:nvPr/>
        </p:nvCxnSpPr>
        <p:spPr>
          <a:xfrm flipH="1">
            <a:off x="2196548" y="1669774"/>
            <a:ext cx="2625370" cy="6244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A3B4DAC-BF61-E3A7-D0C9-BCB7D2E99C08}"/>
              </a:ext>
            </a:extLst>
          </p:cNvPr>
          <p:cNvCxnSpPr>
            <a:cxnSpLocks/>
          </p:cNvCxnSpPr>
          <p:nvPr/>
        </p:nvCxnSpPr>
        <p:spPr>
          <a:xfrm flipH="1">
            <a:off x="2013527" y="2373745"/>
            <a:ext cx="2808391" cy="1265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751CA18-7961-8939-24AF-D4E57A78CA8B}"/>
              </a:ext>
            </a:extLst>
          </p:cNvPr>
          <p:cNvCxnSpPr>
            <a:cxnSpLocks/>
          </p:cNvCxnSpPr>
          <p:nvPr/>
        </p:nvCxnSpPr>
        <p:spPr>
          <a:xfrm flipH="1">
            <a:off x="3084945" y="2844800"/>
            <a:ext cx="1736973" cy="461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DA69AFF4-3F4E-0E51-EA48-061C29D8B29C}"/>
              </a:ext>
            </a:extLst>
          </p:cNvPr>
          <p:cNvCxnSpPr>
            <a:cxnSpLocks/>
          </p:cNvCxnSpPr>
          <p:nvPr/>
        </p:nvCxnSpPr>
        <p:spPr>
          <a:xfrm flipH="1">
            <a:off x="2348948" y="3556000"/>
            <a:ext cx="2546325" cy="1016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E24488C-71BD-327A-14F3-E9807E7C9222}"/>
              </a:ext>
            </a:extLst>
          </p:cNvPr>
          <p:cNvCxnSpPr>
            <a:cxnSpLocks/>
          </p:cNvCxnSpPr>
          <p:nvPr/>
        </p:nvCxnSpPr>
        <p:spPr>
          <a:xfrm flipH="1" flipV="1">
            <a:off x="2807855" y="3989349"/>
            <a:ext cx="2014063" cy="8432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F14EC9CB-C880-F86B-5DA5-0DEFEDF84F68}"/>
              </a:ext>
            </a:extLst>
          </p:cNvPr>
          <p:cNvCxnSpPr>
            <a:cxnSpLocks/>
          </p:cNvCxnSpPr>
          <p:nvPr/>
        </p:nvCxnSpPr>
        <p:spPr>
          <a:xfrm flipH="1" flipV="1">
            <a:off x="2687782" y="4738255"/>
            <a:ext cx="2134136" cy="559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8A4EE85-2010-029B-B294-CB8FACD77CAC}"/>
              </a:ext>
            </a:extLst>
          </p:cNvPr>
          <p:cNvCxnSpPr>
            <a:cxnSpLocks/>
          </p:cNvCxnSpPr>
          <p:nvPr/>
        </p:nvCxnSpPr>
        <p:spPr>
          <a:xfrm flipH="1">
            <a:off x="2348948" y="5005668"/>
            <a:ext cx="2472970" cy="5149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06D56D7-A455-6294-BFA8-22DD60E10B02}"/>
              </a:ext>
            </a:extLst>
          </p:cNvPr>
          <p:cNvCxnSpPr>
            <a:cxnSpLocks/>
          </p:cNvCxnSpPr>
          <p:nvPr/>
        </p:nvCxnSpPr>
        <p:spPr>
          <a:xfrm flipH="1">
            <a:off x="2196548" y="5282534"/>
            <a:ext cx="2625370" cy="5972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339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A242-84B8-6F13-9BC1-92365033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2FE4E9F3-07F8-4FD0-6357-E5D4E055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2BCF16-9621-F498-E7BD-326BBAE81BF7}"/>
              </a:ext>
            </a:extLst>
          </p:cNvPr>
          <p:cNvSpPr txBox="1"/>
          <p:nvPr/>
        </p:nvSpPr>
        <p:spPr>
          <a:xfrm>
            <a:off x="4821918" y="1080396"/>
            <a:ext cx="3943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(4)</a:t>
            </a:r>
            <a:r>
              <a:rPr kumimoji="1" lang="ja-JP" altLang="en-US" dirty="0"/>
              <a:t>設定を編集する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F4BC04-B929-F806-77EC-731FC95DF0EA}"/>
              </a:ext>
            </a:extLst>
          </p:cNvPr>
          <p:cNvSpPr txBox="1"/>
          <p:nvPr/>
        </p:nvSpPr>
        <p:spPr>
          <a:xfrm>
            <a:off x="4821917" y="1751473"/>
            <a:ext cx="3943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r>
              <a:rPr kumimoji="1" lang="ja-JP" altLang="en-US" dirty="0"/>
              <a:t>を有効化します。</a:t>
            </a:r>
          </a:p>
          <a:p>
            <a:r>
              <a:rPr kumimoji="1" lang="ja-JP" altLang="en-US" dirty="0"/>
              <a:t>「パスワード認証を使う」を選びます。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71DF819-501F-7109-0CB2-EDF8D38BFD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429" y="916767"/>
            <a:ext cx="4219845" cy="567232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EE0B28-BBCF-5409-93E9-CFB76EB03C1B}"/>
              </a:ext>
            </a:extLst>
          </p:cNvPr>
          <p:cNvSpPr txBox="1"/>
          <p:nvPr/>
        </p:nvSpPr>
        <p:spPr>
          <a:xfrm>
            <a:off x="4821918" y="2672808"/>
            <a:ext cx="43220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E64555"/>
                </a:solidFill>
              </a:rPr>
              <a:t>ここで、</a:t>
            </a:r>
            <a:r>
              <a:rPr kumimoji="1" lang="en-US" altLang="ja-JP" b="1" dirty="0">
                <a:solidFill>
                  <a:srgbClr val="E64555"/>
                </a:solidFill>
              </a:rPr>
              <a:t>Raspberry Pi Imager</a:t>
            </a:r>
            <a:r>
              <a:rPr kumimoji="1" lang="ja-JP" altLang="en-US" b="1" dirty="0">
                <a:solidFill>
                  <a:srgbClr val="E64555"/>
                </a:solidFill>
              </a:rPr>
              <a:t>には、変なバグがあります。</a:t>
            </a:r>
          </a:p>
          <a:p>
            <a:endParaRPr kumimoji="1" lang="ja-JP" altLang="en-US" b="1" dirty="0">
              <a:solidFill>
                <a:srgbClr val="E64555"/>
              </a:solidFill>
            </a:endParaRPr>
          </a:p>
          <a:p>
            <a:r>
              <a:rPr kumimoji="1" lang="en-US" altLang="ja-JP" b="1" dirty="0">
                <a:solidFill>
                  <a:srgbClr val="E64555"/>
                </a:solidFill>
              </a:rPr>
              <a:t>Raspberry Pi Imager</a:t>
            </a:r>
            <a:r>
              <a:rPr kumimoji="1" lang="ja-JP" altLang="en-US" b="1" dirty="0">
                <a:solidFill>
                  <a:srgbClr val="E64555"/>
                </a:solidFill>
              </a:rPr>
              <a:t>を実行している</a:t>
            </a:r>
            <a:r>
              <a:rPr kumimoji="1" lang="en-US" altLang="ja-JP" b="1" dirty="0" err="1">
                <a:solidFill>
                  <a:srgbClr val="E64555"/>
                </a:solidFill>
              </a:rPr>
              <a:t>WindowsPC</a:t>
            </a:r>
            <a:r>
              <a:rPr kumimoji="1" lang="ja-JP" altLang="en-US" b="1" dirty="0">
                <a:solidFill>
                  <a:srgbClr val="E64555"/>
                </a:solidFill>
              </a:rPr>
              <a:t>のユーザフォルダに、</a:t>
            </a:r>
            <a:r>
              <a:rPr kumimoji="1" lang="en-US" altLang="ja-JP" b="1" dirty="0">
                <a:solidFill>
                  <a:srgbClr val="E64555"/>
                </a:solidFill>
              </a:rPr>
              <a:t>.ssh</a:t>
            </a:r>
            <a:r>
              <a:rPr kumimoji="1" lang="ja-JP" altLang="en-US" b="1" dirty="0">
                <a:solidFill>
                  <a:srgbClr val="E64555"/>
                </a:solidFill>
              </a:rPr>
              <a:t>フォルダがあると、「パスワード認証を使う」という選択が、無視されます。</a:t>
            </a:r>
          </a:p>
          <a:p>
            <a:r>
              <a:rPr kumimoji="1" lang="ja-JP" altLang="en-US" b="1" dirty="0">
                <a:solidFill>
                  <a:srgbClr val="E64555"/>
                </a:solidFill>
              </a:rPr>
              <a:t>「パスワード認証を使う」を選択している、していないにかかわらず、「公開鍵認証のみを許可する」が設定されます。</a:t>
            </a:r>
          </a:p>
          <a:p>
            <a:r>
              <a:rPr kumimoji="1" lang="ja-JP" altLang="en-US" b="1" dirty="0">
                <a:solidFill>
                  <a:srgbClr val="E64555"/>
                </a:solidFill>
              </a:rPr>
              <a:t>そして、このとき、ユーザの</a:t>
            </a:r>
            <a:r>
              <a:rPr kumimoji="1" lang="en-US" altLang="ja-JP" b="1" dirty="0" err="1">
                <a:solidFill>
                  <a:srgbClr val="E64555"/>
                </a:solidFill>
              </a:rPr>
              <a:t>authorization_keys</a:t>
            </a:r>
            <a:r>
              <a:rPr kumimoji="1" lang="ja-JP" altLang="en-US" b="1" dirty="0">
                <a:solidFill>
                  <a:srgbClr val="E64555"/>
                </a:solidFill>
              </a:rPr>
              <a:t>が空欄や間違っていると、</a:t>
            </a:r>
            <a:r>
              <a:rPr kumimoji="1" lang="en-US" altLang="ja-JP" b="1" dirty="0">
                <a:solidFill>
                  <a:srgbClr val="E64555"/>
                </a:solidFill>
              </a:rPr>
              <a:t>SSH</a:t>
            </a:r>
            <a:r>
              <a:rPr kumimoji="1" lang="ja-JP" altLang="en-US" b="1" dirty="0">
                <a:solidFill>
                  <a:srgbClr val="E64555"/>
                </a:solidFill>
              </a:rPr>
              <a:t>ログインができません。</a:t>
            </a:r>
            <a:endParaRPr kumimoji="1" lang="ja-JP" altLang="en-US" b="1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0299A3AF-9B3F-EBEB-1B29-4EA41985491B}"/>
              </a:ext>
            </a:extLst>
          </p:cNvPr>
          <p:cNvSpPr txBox="1"/>
          <p:nvPr/>
        </p:nvSpPr>
        <p:spPr>
          <a:xfrm>
            <a:off x="3581984" y="268904"/>
            <a:ext cx="1980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設定の編集</a:t>
            </a:r>
          </a:p>
        </p:txBody>
      </p:sp>
    </p:spTree>
    <p:extLst>
      <p:ext uri="{BB962C8B-B14F-4D97-AF65-F5344CB8AC3E}">
        <p14:creationId xmlns:p14="http://schemas.microsoft.com/office/powerpoint/2010/main" val="3419234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408E-187C-B9A4-9FB6-8AD5BCDA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7B6891B6-9C6C-E768-EC8A-3ED587D3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D78F43-4A4D-7D73-881B-9CBE42CB1F9C}"/>
              </a:ext>
            </a:extLst>
          </p:cNvPr>
          <p:cNvSpPr txBox="1"/>
          <p:nvPr/>
        </p:nvSpPr>
        <p:spPr>
          <a:xfrm>
            <a:off x="4821918" y="1080396"/>
            <a:ext cx="3943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(4)</a:t>
            </a:r>
            <a:r>
              <a:rPr kumimoji="1" lang="ja-JP" altLang="en-US" dirty="0"/>
              <a:t>設定を編集する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980FEA-3C5F-0DA2-3161-4FF5B79065E4}"/>
              </a:ext>
            </a:extLst>
          </p:cNvPr>
          <p:cNvSpPr txBox="1"/>
          <p:nvPr/>
        </p:nvSpPr>
        <p:spPr>
          <a:xfrm>
            <a:off x="4821917" y="1751473"/>
            <a:ext cx="3943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オプションは。そのままです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324BDD8-DE4C-6ED2-4105-C06777172A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691" y="1107067"/>
            <a:ext cx="4217171" cy="525906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7097D68-989E-6419-E430-D6C844A38AF8}"/>
              </a:ext>
            </a:extLst>
          </p:cNvPr>
          <p:cNvSpPr/>
          <p:nvPr/>
        </p:nvSpPr>
        <p:spPr>
          <a:xfrm>
            <a:off x="2487277" y="5996440"/>
            <a:ext cx="560724" cy="44130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D89BD32-7850-ACDE-E03D-C472D723AD2F}"/>
              </a:ext>
            </a:extLst>
          </p:cNvPr>
          <p:cNvCxnSpPr>
            <a:cxnSpLocks/>
          </p:cNvCxnSpPr>
          <p:nvPr/>
        </p:nvCxnSpPr>
        <p:spPr>
          <a:xfrm flipH="1">
            <a:off x="3048001" y="3352800"/>
            <a:ext cx="1773917" cy="256770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8B16703-3758-B75B-EBB0-65DDD08C2FCF}"/>
              </a:ext>
            </a:extLst>
          </p:cNvPr>
          <p:cNvSpPr txBox="1"/>
          <p:nvPr/>
        </p:nvSpPr>
        <p:spPr>
          <a:xfrm>
            <a:off x="4743409" y="3056330"/>
            <a:ext cx="3943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保存を押します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3C3AE537-5429-D1BC-45ED-8B4DBAFFDB6D}"/>
              </a:ext>
            </a:extLst>
          </p:cNvPr>
          <p:cNvSpPr txBox="1"/>
          <p:nvPr/>
        </p:nvSpPr>
        <p:spPr>
          <a:xfrm>
            <a:off x="3581984" y="268904"/>
            <a:ext cx="1980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設定の編集</a:t>
            </a:r>
          </a:p>
        </p:txBody>
      </p:sp>
    </p:spTree>
    <p:extLst>
      <p:ext uri="{BB962C8B-B14F-4D97-AF65-F5344CB8AC3E}">
        <p14:creationId xmlns:p14="http://schemas.microsoft.com/office/powerpoint/2010/main" val="56071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2B8B-BDFA-A67E-60B2-987146AD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6E1E868-9443-9093-2720-15019475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4" y="1136814"/>
            <a:ext cx="6496050" cy="4591050"/>
          </a:xfrm>
          <a:prstGeom prst="rect">
            <a:avLst/>
          </a:prstGeom>
        </p:spPr>
      </p:pic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F9ACC0F3-C20F-3CF8-1059-8CF5315D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F74BFD-9E8F-EDF1-B4D2-4AECDD42021C}"/>
              </a:ext>
            </a:extLst>
          </p:cNvPr>
          <p:cNvSpPr/>
          <p:nvPr/>
        </p:nvSpPr>
        <p:spPr>
          <a:xfrm>
            <a:off x="5184295" y="3853604"/>
            <a:ext cx="690032" cy="44130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FD0B20B-1703-BB20-5C50-EBC4D1D5FDBF}"/>
              </a:ext>
            </a:extLst>
          </p:cNvPr>
          <p:cNvSpPr txBox="1"/>
          <p:nvPr/>
        </p:nvSpPr>
        <p:spPr>
          <a:xfrm>
            <a:off x="3408861" y="268904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OS</a:t>
            </a:r>
            <a:r>
              <a:rPr lang="ja-JP" altLang="en-US" sz="2800" dirty="0"/>
              <a:t>の書き込み</a:t>
            </a:r>
          </a:p>
        </p:txBody>
      </p:sp>
    </p:spTree>
    <p:extLst>
      <p:ext uri="{BB962C8B-B14F-4D97-AF65-F5344CB8AC3E}">
        <p14:creationId xmlns:p14="http://schemas.microsoft.com/office/powerpoint/2010/main" val="4013165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10FE-1CB1-AC69-D3E5-A989251DF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4BA7FD-BFC4-EAD9-5F28-4917BE29E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465984"/>
            <a:ext cx="6496050" cy="4591050"/>
          </a:xfrm>
          <a:prstGeom prst="rect">
            <a:avLst/>
          </a:prstGeom>
        </p:spPr>
      </p:pic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F866313-EC0C-F2A4-7469-5C49B906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9490596-A4DB-7E5C-22B8-6ABED81F9E4C}"/>
              </a:ext>
            </a:extLst>
          </p:cNvPr>
          <p:cNvSpPr/>
          <p:nvPr/>
        </p:nvSpPr>
        <p:spPr>
          <a:xfrm>
            <a:off x="4589829" y="4294910"/>
            <a:ext cx="776497" cy="44130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F54BEE0-E34F-543A-49F5-7DFA06264334}"/>
              </a:ext>
            </a:extLst>
          </p:cNvPr>
          <p:cNvSpPr txBox="1"/>
          <p:nvPr/>
        </p:nvSpPr>
        <p:spPr>
          <a:xfrm>
            <a:off x="3408861" y="268904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OS</a:t>
            </a:r>
            <a:r>
              <a:rPr lang="ja-JP" altLang="en-US" sz="2800" dirty="0"/>
              <a:t>の書き込み</a:t>
            </a:r>
          </a:p>
        </p:txBody>
      </p:sp>
    </p:spTree>
    <p:extLst>
      <p:ext uri="{BB962C8B-B14F-4D97-AF65-F5344CB8AC3E}">
        <p14:creationId xmlns:p14="http://schemas.microsoft.com/office/powerpoint/2010/main" val="1060597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D393-DCE7-62E9-CCF7-0230A57B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F1669CB-293A-4688-ACAA-2EF68C8A6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133475"/>
            <a:ext cx="6496050" cy="4591050"/>
          </a:xfrm>
          <a:prstGeom prst="rect">
            <a:avLst/>
          </a:prstGeom>
        </p:spPr>
      </p:pic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FE62EEB3-CA5E-DA2C-D151-4A0D24AD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8C6F2B5-8DAF-B49C-2712-95BA45071D37}"/>
              </a:ext>
            </a:extLst>
          </p:cNvPr>
          <p:cNvSpPr txBox="1"/>
          <p:nvPr/>
        </p:nvSpPr>
        <p:spPr>
          <a:xfrm>
            <a:off x="3408861" y="268904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OS</a:t>
            </a:r>
            <a:r>
              <a:rPr lang="ja-JP" altLang="en-US" sz="2800" dirty="0"/>
              <a:t>の書き込み</a:t>
            </a:r>
          </a:p>
        </p:txBody>
      </p:sp>
    </p:spTree>
    <p:extLst>
      <p:ext uri="{BB962C8B-B14F-4D97-AF65-F5344CB8AC3E}">
        <p14:creationId xmlns:p14="http://schemas.microsoft.com/office/powerpoint/2010/main" val="1026663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0385-6448-22C1-732D-EC56E2F1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D74ECBD-0DBD-BEAA-3047-07DB00195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853911"/>
            <a:ext cx="6496050" cy="4591050"/>
          </a:xfrm>
          <a:prstGeom prst="rect">
            <a:avLst/>
          </a:prstGeom>
        </p:spPr>
      </p:pic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DC32983-ABA2-9547-6A68-16AA57D1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05B7501-BABC-5A7B-E6B7-22B1716B9D08}"/>
              </a:ext>
            </a:extLst>
          </p:cNvPr>
          <p:cNvSpPr txBox="1"/>
          <p:nvPr/>
        </p:nvSpPr>
        <p:spPr>
          <a:xfrm>
            <a:off x="3408861" y="268904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OS</a:t>
            </a:r>
            <a:r>
              <a:rPr lang="ja-JP" altLang="en-US" sz="2800" dirty="0"/>
              <a:t>の書き込み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C0FA67-87BF-0A3F-0048-3F8B8D6C57C3}"/>
              </a:ext>
            </a:extLst>
          </p:cNvPr>
          <p:cNvSpPr txBox="1"/>
          <p:nvPr/>
        </p:nvSpPr>
        <p:spPr>
          <a:xfrm>
            <a:off x="1695783" y="955546"/>
            <a:ext cx="4464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これが出たら、書き込み終了です。</a:t>
            </a:r>
          </a:p>
          <a:p>
            <a:r>
              <a:rPr kumimoji="1" lang="ja-JP" altLang="en-US" dirty="0"/>
              <a:t>ラズパイに刺してラズパイを起動できます。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655603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C9B7-4286-EE72-1D5C-38D17FBC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65EB22-5F71-5413-50F1-9B5E9B81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5FBC08-692F-8DC0-4EEC-B97180D14277}"/>
              </a:ext>
            </a:extLst>
          </p:cNvPr>
          <p:cNvSpPr txBox="1"/>
          <p:nvPr/>
        </p:nvSpPr>
        <p:spPr>
          <a:xfrm>
            <a:off x="928255" y="2607070"/>
            <a:ext cx="7287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/>
              <a:t>以　上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4501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2131</TotalTime>
  <Words>585</Words>
  <Application>Microsoft Office PowerPoint</Application>
  <PresentationFormat>画面に合わせる (4:3)</PresentationFormat>
  <Paragraphs>97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山本三七男</dc:creator>
  <cp:keywords/>
  <dc:description>generated using python-pptx</dc:description>
  <cp:lastModifiedBy>三七男 山本</cp:lastModifiedBy>
  <cp:revision>142</cp:revision>
  <dcterms:created xsi:type="dcterms:W3CDTF">2013-01-27T09:14:16Z</dcterms:created>
  <dcterms:modified xsi:type="dcterms:W3CDTF">2025-10-26T16:36:20Z</dcterms:modified>
  <cp:category/>
</cp:coreProperties>
</file>