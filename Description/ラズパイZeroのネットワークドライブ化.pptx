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423" r:id="rId3"/>
    <p:sldId id="397" r:id="rId4"/>
    <p:sldId id="398" r:id="rId5"/>
    <p:sldId id="402" r:id="rId6"/>
    <p:sldId id="403" r:id="rId7"/>
    <p:sldId id="404" r:id="rId8"/>
    <p:sldId id="424" r:id="rId9"/>
    <p:sldId id="413" r:id="rId10"/>
    <p:sldId id="425" r:id="rId11"/>
    <p:sldId id="426" r:id="rId12"/>
    <p:sldId id="414" r:id="rId13"/>
    <p:sldId id="415" r:id="rId14"/>
    <p:sldId id="416" r:id="rId15"/>
    <p:sldId id="417" r:id="rId16"/>
    <p:sldId id="418" r:id="rId17"/>
    <p:sldId id="419" r:id="rId18"/>
    <p:sldId id="420" r:id="rId19"/>
    <p:sldId id="421" r:id="rId20"/>
    <p:sldId id="422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4555"/>
    <a:srgbClr val="E14656"/>
    <a:srgbClr val="D816BC"/>
    <a:srgbClr val="0099CC"/>
    <a:srgbClr val="E94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42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081CE2F-C574-80EF-5747-A924573171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FCC861-648D-50B6-79A1-796C5B0E9F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88713-E174-4349-BFC4-6EFC114B3E0D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38F0F4A-93A0-8D92-22DF-51D7770981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20CE2EE-2AF9-65D1-6C76-6E49B155D3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6F71E-24F8-4536-B10D-00B5069ABA8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82619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379676-017F-4568-8715-BF0D48585B75}" type="datetimeFigureOut">
              <a:rPr kumimoji="1" lang="ja-JP" altLang="en-US" smtClean="0"/>
              <a:t>2025/10/28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EE46A-F822-46B9-A4CB-87818B506A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0382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34370-40FB-475F-AD35-CCD4FDE424B7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79D7-5AA5-4850-AE45-29A9A0ECEB48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77536-DA5F-41C6-BBF2-6E35F87A6142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27B27-C5D8-4894-9ECE-7FC7B5F04ED5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0E33-C8D2-41C6-B6C1-47F2281F6D72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D4174-3442-44AC-B510-D8FCDCC14897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71262-BE2C-4389-9868-E899A79A9057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C13C-BEA9-486C-BF5B-2BEBA009AB8D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F6BE3-A662-4CEE-BA9F-FD2A46736EFF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60EC3-7B9D-47FF-80B4-13DE00F0F654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9389E-81A3-42C6-BF38-21D0E5195125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8483B-2E20-4D3E-BE06-DCF4256A9BB0}" type="datetime1">
              <a:rPr lang="en-US" altLang="ja-JP" smtClean="0"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6498" y="2267527"/>
            <a:ext cx="741100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3600" dirty="0"/>
              <a:t>ラズパイ</a:t>
            </a:r>
            <a:r>
              <a:rPr lang="en-US" altLang="ja-JP" sz="3600" dirty="0"/>
              <a:t>Zero</a:t>
            </a:r>
            <a:r>
              <a:rPr lang="ja-JP" altLang="en-US" sz="3600" dirty="0"/>
              <a:t>のネットワークドライブ化</a:t>
            </a:r>
            <a:endParaRPr lang="en-US" altLang="ja-JP" sz="36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EC36234-9633-ABEB-F534-67AA9ED0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0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3BFD3-559A-FF6E-EDB0-D7EA15BF9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843F3E-7895-75D8-E503-4899C0CEED34}"/>
              </a:ext>
            </a:extLst>
          </p:cNvPr>
          <p:cNvSpPr txBox="1"/>
          <p:nvPr/>
        </p:nvSpPr>
        <p:spPr>
          <a:xfrm>
            <a:off x="2089585" y="2267527"/>
            <a:ext cx="496482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ja-JP" altLang="en-US" sz="3600" dirty="0"/>
              <a:t>先ず、アップデートします</a:t>
            </a:r>
            <a:endParaRPr lang="en-US" altLang="ja-JP" sz="3600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0A33982-E275-B8EC-059F-668D62F77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190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59DFF-0268-4214-A706-0B2920785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1E5F816-DE44-FFC4-86AA-33E101E6600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374" y="924818"/>
            <a:ext cx="3470561" cy="569010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476D0F0-505F-86D0-91F2-B5AE047FF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49A02E4-9141-DC89-CCE7-CEA73EB112F2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ラズパイに接続します。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4CED6CA0-DB44-4326-162A-CE3F6A54F7BB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2885608" y="2977658"/>
            <a:ext cx="1538609" cy="792212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BC1C1E6-1E66-1D25-A7E6-04D6135BB2A8}"/>
              </a:ext>
            </a:extLst>
          </p:cNvPr>
          <p:cNvSpPr txBox="1"/>
          <p:nvPr/>
        </p:nvSpPr>
        <p:spPr>
          <a:xfrm>
            <a:off x="4424217" y="2623715"/>
            <a:ext cx="4617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右クリックスタートメニュから「ターミナル」を選びます。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81862B42-ABBE-6E52-39C0-A6A1CC9C1327}"/>
              </a:ext>
            </a:extLst>
          </p:cNvPr>
          <p:cNvSpPr/>
          <p:nvPr/>
        </p:nvSpPr>
        <p:spPr>
          <a:xfrm>
            <a:off x="640771" y="3769870"/>
            <a:ext cx="2244837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9006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F66B3-9C19-70C7-D3BA-E7036E7F3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0FC7C27-06CE-050A-9B22-09739856ACC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217" y="2063425"/>
            <a:ext cx="7952509" cy="4479082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C401BCA-48AC-7383-9C46-B96A9BD3B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E8BA6BB-8DA9-2C18-06CC-6EA37353E3DE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ラズパイに接続します。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0D39D7F-8BF1-CADC-C6AD-4592133A8393}"/>
              </a:ext>
            </a:extLst>
          </p:cNvPr>
          <p:cNvSpPr txBox="1"/>
          <p:nvPr/>
        </p:nvSpPr>
        <p:spPr>
          <a:xfrm>
            <a:off x="216938" y="786300"/>
            <a:ext cx="82665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ssh pi@</a:t>
            </a:r>
            <a:r>
              <a:rPr kumimoji="1" lang="en-US" altLang="ja-JP" sz="2000" u="sng" dirty="0"/>
              <a:t>raspizero2w</a:t>
            </a:r>
            <a:r>
              <a:rPr kumimoji="1" lang="en-US" altLang="ja-JP" sz="2000" dirty="0"/>
              <a:t> </a:t>
            </a:r>
            <a:r>
              <a:rPr kumimoji="1" lang="ja-JP" altLang="en-US" sz="2000" dirty="0"/>
              <a:t>と入力します。または、</a:t>
            </a:r>
          </a:p>
          <a:p>
            <a:r>
              <a:rPr kumimoji="1" lang="en-US" altLang="ja-JP" sz="2000" dirty="0"/>
              <a:t>ssh</a:t>
            </a:r>
            <a:r>
              <a:rPr kumimoji="1" lang="ja-JP" altLang="en-US" sz="2000" dirty="0"/>
              <a:t> </a:t>
            </a:r>
            <a:r>
              <a:rPr kumimoji="1" lang="en-US" altLang="ja-JP" sz="2000" dirty="0"/>
              <a:t>pi@</a:t>
            </a:r>
            <a:r>
              <a:rPr kumimoji="1" lang="en-US" altLang="ja-JP" sz="2000" u="sng" dirty="0"/>
              <a:t>192.168.137.15</a:t>
            </a:r>
            <a:r>
              <a:rPr kumimoji="1" lang="ja-JP" altLang="en-US" sz="2000" dirty="0"/>
              <a:t> と入力します。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F6721E5-4F28-C4C6-8139-E4833B840209}"/>
              </a:ext>
            </a:extLst>
          </p:cNvPr>
          <p:cNvSpPr/>
          <p:nvPr/>
        </p:nvSpPr>
        <p:spPr>
          <a:xfrm>
            <a:off x="1537856" y="3032835"/>
            <a:ext cx="1639453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8038052-2212-5AD6-AC9D-824790BB8CE2}"/>
              </a:ext>
            </a:extLst>
          </p:cNvPr>
          <p:cNvCxnSpPr>
            <a:cxnSpLocks/>
          </p:cNvCxnSpPr>
          <p:nvPr/>
        </p:nvCxnSpPr>
        <p:spPr>
          <a:xfrm>
            <a:off x="2576945" y="1494186"/>
            <a:ext cx="0" cy="1538649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426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049AE-6386-08EC-24FB-000F2AE36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C821422-86DE-A074-1E21-06E2938C71D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053054"/>
            <a:ext cx="7968002" cy="448780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396B9CC-9834-EB93-CBE2-F0298151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29ECCCD-B7FA-8B21-9838-0F427DA96E82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ラズパイを最新にアップテート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C67E71A-57CD-7ACB-3928-FE6F1D84081E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952D333-29B4-A446-0553-7F492BFE0E25}"/>
              </a:ext>
            </a:extLst>
          </p:cNvPr>
          <p:cNvSpPr/>
          <p:nvPr/>
        </p:nvSpPr>
        <p:spPr>
          <a:xfrm>
            <a:off x="1567876" y="4540272"/>
            <a:ext cx="3142661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A44D742-E30F-3354-3511-BFBB121E7936}"/>
              </a:ext>
            </a:extLst>
          </p:cNvPr>
          <p:cNvCxnSpPr>
            <a:cxnSpLocks/>
          </p:cNvCxnSpPr>
          <p:nvPr/>
        </p:nvCxnSpPr>
        <p:spPr>
          <a:xfrm>
            <a:off x="2438400" y="1451142"/>
            <a:ext cx="0" cy="3089130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0E93B9D-7E64-57AA-68BE-D7DBBB02A15C}"/>
              </a:ext>
            </a:extLst>
          </p:cNvPr>
          <p:cNvSpPr txBox="1"/>
          <p:nvPr/>
        </p:nvSpPr>
        <p:spPr>
          <a:xfrm>
            <a:off x="356755" y="105103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apt-get </a:t>
            </a:r>
            <a:r>
              <a:rPr kumimoji="1" lang="en-US" altLang="ja-JP" sz="2000" dirty="0" err="1"/>
              <a:t>update;sudo</a:t>
            </a:r>
            <a:r>
              <a:rPr kumimoji="1" lang="en-US" altLang="ja-JP" sz="2000" dirty="0"/>
              <a:t> apt-get upgrade -y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30920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70416-441B-5580-CBE6-AB821BDE6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E2464AB-F336-A7AF-3B1E-7671934E923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015671"/>
            <a:ext cx="7968003" cy="448780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BBAF0C3-F838-026C-99B4-CD1F1FAB6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E12957-D876-330C-D934-145D5DD7AB85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アップテート後の不要なファイルの削除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3DF94CD-72EC-CCFE-D0F1-7262B52DB521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0658871-C5DB-465E-A333-6472232A982C}"/>
              </a:ext>
            </a:extLst>
          </p:cNvPr>
          <p:cNvSpPr/>
          <p:nvPr/>
        </p:nvSpPr>
        <p:spPr>
          <a:xfrm>
            <a:off x="1336967" y="6283239"/>
            <a:ext cx="5414813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B346CB1F-FD40-0846-7546-4722B7555E5D}"/>
              </a:ext>
            </a:extLst>
          </p:cNvPr>
          <p:cNvCxnSpPr>
            <a:cxnSpLocks/>
          </p:cNvCxnSpPr>
          <p:nvPr/>
        </p:nvCxnSpPr>
        <p:spPr>
          <a:xfrm>
            <a:off x="2540000" y="1542473"/>
            <a:ext cx="0" cy="4655127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8363157-08B9-EBEA-19AF-B9C95033D382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apt-get </a:t>
            </a:r>
            <a:r>
              <a:rPr kumimoji="1" lang="en-US" altLang="ja-JP" sz="2000" dirty="0" err="1"/>
              <a:t>dist</a:t>
            </a:r>
            <a:r>
              <a:rPr kumimoji="1" lang="en-US" altLang="ja-JP" sz="2000" dirty="0"/>
              <a:t>-upgrade -</a:t>
            </a:r>
            <a:r>
              <a:rPr kumimoji="1" lang="en-US" altLang="ja-JP" sz="2000" dirty="0" err="1"/>
              <a:t>y;sudo</a:t>
            </a:r>
            <a:r>
              <a:rPr kumimoji="1" lang="en-US" altLang="ja-JP" sz="2000" dirty="0"/>
              <a:t> apt-get </a:t>
            </a:r>
            <a:r>
              <a:rPr kumimoji="1" lang="en-US" altLang="ja-JP" sz="2000" dirty="0" err="1"/>
              <a:t>autoremove</a:t>
            </a:r>
            <a:r>
              <a:rPr kumimoji="1" lang="en-US" altLang="ja-JP" sz="2000" dirty="0"/>
              <a:t> -</a:t>
            </a:r>
            <a:r>
              <a:rPr kumimoji="1" lang="en-US" altLang="ja-JP" sz="2000" dirty="0" err="1"/>
              <a:t>y;sudo</a:t>
            </a:r>
            <a:r>
              <a:rPr kumimoji="1" lang="en-US" altLang="ja-JP" sz="2000" dirty="0"/>
              <a:t> apt-get </a:t>
            </a:r>
            <a:r>
              <a:rPr kumimoji="1" lang="en-US" altLang="ja-JP" sz="2000" dirty="0" err="1"/>
              <a:t>autoclean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21861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F250A-4134-43F8-9A2C-B941A6486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A6710D2-59B4-C705-316F-5D00940474F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015670"/>
            <a:ext cx="7968001" cy="448780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A8738CA-1279-68A5-BAD6-F8D1229C5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703E8CB-69CC-FADF-BE43-5E6A262FC3BA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ラズパイの再起動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2DCA6BA-E49D-BDDF-7E4A-37DD3DE8C82D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F0BA033-F8DA-AD70-8BC5-BFC026E338CB}"/>
              </a:ext>
            </a:extLst>
          </p:cNvPr>
          <p:cNvSpPr/>
          <p:nvPr/>
        </p:nvSpPr>
        <p:spPr>
          <a:xfrm>
            <a:off x="1336968" y="6283239"/>
            <a:ext cx="1253834" cy="22023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42D30CB4-8DF9-8A98-D2BC-74BC528C79AD}"/>
              </a:ext>
            </a:extLst>
          </p:cNvPr>
          <p:cNvCxnSpPr>
            <a:cxnSpLocks/>
          </p:cNvCxnSpPr>
          <p:nvPr/>
        </p:nvCxnSpPr>
        <p:spPr>
          <a:xfrm>
            <a:off x="1080655" y="1451142"/>
            <a:ext cx="729672" cy="4655127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162D960-7AEB-A83D-4CB9-45C3AAE84280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reboot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98518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03083-0D0B-EB2F-E718-B8F1AB689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FB2B01-F20C-CC21-43DA-C28E4015E481}"/>
              </a:ext>
            </a:extLst>
          </p:cNvPr>
          <p:cNvSpPr txBox="1"/>
          <p:nvPr/>
        </p:nvSpPr>
        <p:spPr>
          <a:xfrm>
            <a:off x="1553382" y="2267527"/>
            <a:ext cx="6037230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3600" dirty="0"/>
              <a:t>samba</a:t>
            </a:r>
            <a:r>
              <a:rPr lang="ja-JP" altLang="en-US" sz="3600" dirty="0"/>
              <a:t>のインストール</a:t>
            </a:r>
          </a:p>
          <a:p>
            <a:pPr algn="ctr">
              <a:defRPr sz="2000">
                <a:solidFill>
                  <a:srgbClr val="000000"/>
                </a:solidFill>
              </a:defRPr>
            </a:pPr>
            <a:r>
              <a:rPr lang="en-US" altLang="ja-JP" sz="3600" dirty="0"/>
              <a:t>(</a:t>
            </a:r>
            <a:r>
              <a:rPr lang="ja-JP" altLang="en-US" sz="3600" dirty="0"/>
              <a:t>ネットワークドライブ化ツール</a:t>
            </a:r>
            <a:r>
              <a:rPr lang="en-US" altLang="ja-JP" sz="3600" dirty="0"/>
              <a:t>)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D6D8F15-18F1-8715-038B-032A57FAA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198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E4355-F7B1-062F-3A3C-B559C394C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E0C05E3-61C8-7777-672E-8EB9942F270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979" y="2015670"/>
            <a:ext cx="7968003" cy="448780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CC1CDC6-2798-4DB1-C9EA-7C2B81FEE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4A4EC5-EB03-972F-6C26-D3507876A12E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samba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173BB16-3FD5-C817-6159-FEBD6A05385B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ssh pi@raspizero2w </a:t>
            </a:r>
            <a:r>
              <a:rPr kumimoji="1" lang="ja-JP" altLang="en-US" sz="2000" dirty="0"/>
              <a:t>ラズパイに</a:t>
            </a:r>
            <a:r>
              <a:rPr kumimoji="1" lang="en-US" altLang="ja-JP" sz="2000" dirty="0"/>
              <a:t>ssh</a:t>
            </a:r>
            <a:r>
              <a:rPr kumimoji="1" lang="ja-JP" altLang="en-US" sz="2000" dirty="0"/>
              <a:t>接続します。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1A2E991-29D0-3A6E-CCA3-350129C55076}"/>
              </a:ext>
            </a:extLst>
          </p:cNvPr>
          <p:cNvSpPr/>
          <p:nvPr/>
        </p:nvSpPr>
        <p:spPr>
          <a:xfrm>
            <a:off x="1570701" y="3000534"/>
            <a:ext cx="1366464" cy="22361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FD681F40-DF05-1C68-8ED1-61540DFBB84C}"/>
              </a:ext>
            </a:extLst>
          </p:cNvPr>
          <p:cNvCxnSpPr>
            <a:cxnSpLocks/>
          </p:cNvCxnSpPr>
          <p:nvPr/>
        </p:nvCxnSpPr>
        <p:spPr>
          <a:xfrm>
            <a:off x="3398982" y="1451142"/>
            <a:ext cx="0" cy="2853003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F4D0221-62E0-3AEC-34B0-B45AE08FABF1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apt-get install -y samba samba-common-bin</a:t>
            </a:r>
            <a:endParaRPr kumimoji="1" lang="ja-JP" altLang="en-US" sz="2000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8CBC6B0-CBDB-4210-9045-9EA0C684C029}"/>
              </a:ext>
            </a:extLst>
          </p:cNvPr>
          <p:cNvSpPr/>
          <p:nvPr/>
        </p:nvSpPr>
        <p:spPr>
          <a:xfrm>
            <a:off x="1570700" y="4373690"/>
            <a:ext cx="3176783" cy="22361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8225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C4161-6059-BFB0-2496-2C5F57B30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E19F3D3F-2724-6282-98B6-AF91E0F6817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015670"/>
            <a:ext cx="7968002" cy="448780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024D678-9A35-7BC1-DC86-5B6161784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E716CD5-2528-62CE-522F-A2B57B5E5E76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samba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99FB9E2-E83E-8DD5-62A3-6459D1B4A090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共有化させるフォルダを作成します。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9FB69E46-F01A-BB34-869C-BBDB59AF9D9E}"/>
              </a:ext>
            </a:extLst>
          </p:cNvPr>
          <p:cNvSpPr/>
          <p:nvPr/>
        </p:nvSpPr>
        <p:spPr>
          <a:xfrm>
            <a:off x="1487576" y="6279011"/>
            <a:ext cx="1366464" cy="22361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6852372B-7116-5BE1-5319-FDBE900B685A}"/>
              </a:ext>
            </a:extLst>
          </p:cNvPr>
          <p:cNvCxnSpPr>
            <a:cxnSpLocks/>
          </p:cNvCxnSpPr>
          <p:nvPr/>
        </p:nvCxnSpPr>
        <p:spPr>
          <a:xfrm>
            <a:off x="1625600" y="1773460"/>
            <a:ext cx="0" cy="4424140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5B43120-7FAD-2BC9-2ED7-1804D1B85FB4}"/>
              </a:ext>
            </a:extLst>
          </p:cNvPr>
          <p:cNvSpPr txBox="1"/>
          <p:nvPr/>
        </p:nvSpPr>
        <p:spPr>
          <a:xfrm>
            <a:off x="356755" y="1373350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mkdir</a:t>
            </a:r>
            <a:r>
              <a:rPr kumimoji="1" lang="en-US" altLang="ja-JP" sz="2000" dirty="0"/>
              <a:t> common</a:t>
            </a:r>
            <a:endParaRPr kumimoji="1"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5D59F9F-B053-F018-90C6-F8FD4B63B787}"/>
              </a:ext>
            </a:extLst>
          </p:cNvPr>
          <p:cNvSpPr txBox="1"/>
          <p:nvPr/>
        </p:nvSpPr>
        <p:spPr>
          <a:xfrm>
            <a:off x="207482" y="1009153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145479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FFEAC-239E-5CEE-CF4A-9FBB52CFB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003B234-AC7C-17EE-88BE-2B956917102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952" y="2015669"/>
            <a:ext cx="7945805" cy="4475305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02E2B38-8C92-1812-B226-66A582C1D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2874C88-5CEE-426D-FF72-DF650AE3605C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samba</a:t>
            </a:r>
            <a:r>
              <a:rPr kumimoji="1" lang="ja-JP" altLang="en-US" sz="2400" dirty="0"/>
              <a:t>のインストール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452AF34-46E1-D7EB-70D2-84F574D4C935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作成したフォルダを確認します。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252B9E2E-C758-3E9E-5D66-895E1928F22B}"/>
              </a:ext>
            </a:extLst>
          </p:cNvPr>
          <p:cNvSpPr/>
          <p:nvPr/>
        </p:nvSpPr>
        <p:spPr>
          <a:xfrm>
            <a:off x="259135" y="5185436"/>
            <a:ext cx="3149079" cy="46722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8844FD6E-D1A7-4792-3CC6-5B9C063FA5D7}"/>
              </a:ext>
            </a:extLst>
          </p:cNvPr>
          <p:cNvCxnSpPr>
            <a:cxnSpLocks/>
          </p:cNvCxnSpPr>
          <p:nvPr/>
        </p:nvCxnSpPr>
        <p:spPr>
          <a:xfrm>
            <a:off x="692727" y="1773460"/>
            <a:ext cx="932873" cy="3311081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3B3D728-C36A-982B-0C6E-D57871A4D2F3}"/>
              </a:ext>
            </a:extLst>
          </p:cNvPr>
          <p:cNvSpPr txBox="1"/>
          <p:nvPr/>
        </p:nvSpPr>
        <p:spPr>
          <a:xfrm>
            <a:off x="356755" y="1373350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ls</a:t>
            </a:r>
            <a:r>
              <a:rPr kumimoji="1" lang="ja-JP" altLang="en-US" sz="2000" dirty="0"/>
              <a:t> </a:t>
            </a:r>
            <a:r>
              <a:rPr kumimoji="1" lang="en-US" altLang="ja-JP" sz="2000" dirty="0"/>
              <a:t>-l</a:t>
            </a:r>
            <a:endParaRPr kumimoji="1"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5AF4E71-2E18-9249-BB45-D39A5845A937}"/>
              </a:ext>
            </a:extLst>
          </p:cNvPr>
          <p:cNvSpPr txBox="1"/>
          <p:nvPr/>
        </p:nvSpPr>
        <p:spPr>
          <a:xfrm>
            <a:off x="207482" y="1009153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</p:spTree>
    <p:extLst>
      <p:ext uri="{BB962C8B-B14F-4D97-AF65-F5344CB8AC3E}">
        <p14:creationId xmlns:p14="http://schemas.microsoft.com/office/powerpoint/2010/main" val="3448873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2DCF6-7FBA-B0C8-C83A-C37D97385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8A48F057-6E93-4211-B964-B7188C84A05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2015670"/>
            <a:ext cx="7968001" cy="448780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3FFB237-E12F-1370-F54F-28A3EBD5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FC83D2-3AB2-79A9-C17F-4200FFCDF0CA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現在の設定</a:t>
            </a:r>
            <a:r>
              <a:rPr kumimoji="1" lang="en-US" altLang="ja-JP" sz="2400" dirty="0"/>
              <a:t>(preconfigured)</a:t>
            </a:r>
            <a:r>
              <a:rPr kumimoji="1" lang="ja-JP" altLang="en-US" sz="2400" dirty="0"/>
              <a:t>を確認する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40FA0E1-ABFD-25EB-7362-1BB598E2A50E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FD51B397-F10E-0B14-8B49-9260AD949CED}"/>
              </a:ext>
            </a:extLst>
          </p:cNvPr>
          <p:cNvSpPr/>
          <p:nvPr/>
        </p:nvSpPr>
        <p:spPr>
          <a:xfrm>
            <a:off x="1570700" y="6049819"/>
            <a:ext cx="3213735" cy="120315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F2147361-2FB4-C942-1E9D-481EFA5EA423}"/>
              </a:ext>
            </a:extLst>
          </p:cNvPr>
          <p:cNvCxnSpPr>
            <a:cxnSpLocks/>
          </p:cNvCxnSpPr>
          <p:nvPr/>
        </p:nvCxnSpPr>
        <p:spPr>
          <a:xfrm>
            <a:off x="2013527" y="1451142"/>
            <a:ext cx="457084" cy="4487806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291F230-AD39-8D84-43FA-D732C3EBD9A8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nmcli</a:t>
            </a:r>
            <a:r>
              <a:rPr kumimoji="1" lang="en-US" altLang="ja-JP" sz="2000" dirty="0"/>
              <a:t> c show preconfigured | grep </a:t>
            </a:r>
            <a:r>
              <a:rPr kumimoji="1" lang="en-US" altLang="ja-JP" sz="2000" dirty="0" err="1"/>
              <a:t>wireless.ssid</a:t>
            </a:r>
            <a:endParaRPr kumimoji="1" lang="ja-JP" altLang="en-US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61774F7-B4D1-DF49-30B8-998694E88122}"/>
              </a:ext>
            </a:extLst>
          </p:cNvPr>
          <p:cNvSpPr txBox="1"/>
          <p:nvPr/>
        </p:nvSpPr>
        <p:spPr>
          <a:xfrm>
            <a:off x="2470611" y="1392663"/>
            <a:ext cx="5435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pi</a:t>
            </a:r>
            <a:r>
              <a:rPr kumimoji="1" lang="ja-JP" altLang="en-US" sz="2000" dirty="0"/>
              <a:t>と表示されました。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3E70ED0C-4370-A7CB-E82B-AD010F2C25D7}"/>
              </a:ext>
            </a:extLst>
          </p:cNvPr>
          <p:cNvCxnSpPr>
            <a:cxnSpLocks/>
          </p:cNvCxnSpPr>
          <p:nvPr/>
        </p:nvCxnSpPr>
        <p:spPr>
          <a:xfrm>
            <a:off x="3029527" y="1792773"/>
            <a:ext cx="0" cy="4377361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832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C544F-C191-6BFA-6A44-8784FDC75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0141AFE-D6FC-0AEB-F4F0-F2E416A71A2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1514923"/>
            <a:ext cx="7968000" cy="448780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F1C8801-969A-7572-4621-0FDB7DA4F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45CA98F-A79B-E855-4F08-6684545ADB56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部屋の</a:t>
            </a:r>
            <a:r>
              <a:rPr kumimoji="1" lang="en-US" altLang="ja-JP" sz="2400" dirty="0" err="1"/>
              <a:t>WiFi</a:t>
            </a:r>
            <a:r>
              <a:rPr kumimoji="1" lang="ja-JP" altLang="en-US" sz="2400" dirty="0"/>
              <a:t>ルータ</a:t>
            </a:r>
            <a:r>
              <a:rPr kumimoji="1" lang="en-US" altLang="ja-JP" sz="2400" dirty="0"/>
              <a:t>(higashi-2f)</a:t>
            </a:r>
            <a:r>
              <a:rPr kumimoji="1" lang="ja-JP" altLang="en-US" sz="2400" dirty="0"/>
              <a:t>を登録する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A9CF6B2-F3EB-0838-E154-E2076B71D1EF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以下のコマンドを入力して、部屋の</a:t>
            </a:r>
            <a:r>
              <a:rPr kumimoji="1" lang="en-US" altLang="ja-JP" sz="2000" dirty="0" err="1"/>
              <a:t>WiFi</a:t>
            </a:r>
            <a:r>
              <a:rPr kumimoji="1" lang="ja-JP" altLang="en-US" sz="2000" dirty="0"/>
              <a:t>の</a:t>
            </a:r>
            <a:r>
              <a:rPr kumimoji="1" lang="en-US" altLang="ja-JP" sz="2000" dirty="0"/>
              <a:t>BSSID</a:t>
            </a:r>
            <a:r>
              <a:rPr kumimoji="1" lang="ja-JP" altLang="en-US" sz="2000" dirty="0"/>
              <a:t>と</a:t>
            </a:r>
            <a:r>
              <a:rPr kumimoji="1" lang="en-US" altLang="ja-JP" sz="2000" dirty="0"/>
              <a:t>SSID</a:t>
            </a:r>
            <a:r>
              <a:rPr kumimoji="1" lang="ja-JP" altLang="en-US" sz="2000" dirty="0"/>
              <a:t>を確認します。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EA6C32E-F6A1-485E-7B56-B93856832A39}"/>
              </a:ext>
            </a:extLst>
          </p:cNvPr>
          <p:cNvSpPr/>
          <p:nvPr/>
        </p:nvSpPr>
        <p:spPr>
          <a:xfrm>
            <a:off x="1570700" y="4424224"/>
            <a:ext cx="3416928" cy="203200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E3C3F5AC-2321-F131-F23B-386FBF3EC205}"/>
              </a:ext>
            </a:extLst>
          </p:cNvPr>
          <p:cNvCxnSpPr>
            <a:cxnSpLocks/>
          </p:cNvCxnSpPr>
          <p:nvPr/>
        </p:nvCxnSpPr>
        <p:spPr>
          <a:xfrm>
            <a:off x="2013527" y="1451142"/>
            <a:ext cx="0" cy="2848460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657CDE1-8879-E782-4815-83C1752CE859}"/>
              </a:ext>
            </a:extLst>
          </p:cNvPr>
          <p:cNvSpPr txBox="1"/>
          <p:nvPr/>
        </p:nvSpPr>
        <p:spPr>
          <a:xfrm>
            <a:off x="356755" y="1051032"/>
            <a:ext cx="8579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 err="1"/>
              <a:t>sudo</a:t>
            </a:r>
            <a:r>
              <a:rPr kumimoji="1" lang="en-US" altLang="ja-JP" sz="2000" dirty="0"/>
              <a:t> </a:t>
            </a:r>
            <a:r>
              <a:rPr kumimoji="1" lang="en-US" altLang="ja-JP" sz="2000" dirty="0" err="1"/>
              <a:t>nmcli</a:t>
            </a:r>
            <a:r>
              <a:rPr kumimoji="1" lang="en-US" altLang="ja-JP" sz="2000" dirty="0"/>
              <a:t> dev </a:t>
            </a:r>
            <a:r>
              <a:rPr kumimoji="1" lang="en-US" altLang="ja-JP" sz="2000" dirty="0" err="1"/>
              <a:t>wifi</a:t>
            </a:r>
            <a:r>
              <a:rPr kumimoji="1" lang="en-US" altLang="ja-JP" sz="2000" dirty="0"/>
              <a:t> </a:t>
            </a:r>
            <a:r>
              <a:rPr kumimoji="1" lang="en-US" altLang="ja-JP" sz="2000" dirty="0" err="1"/>
              <a:t>rescan;sudo</a:t>
            </a:r>
            <a:r>
              <a:rPr kumimoji="1" lang="en-US" altLang="ja-JP" sz="2000" dirty="0"/>
              <a:t> </a:t>
            </a:r>
            <a:r>
              <a:rPr kumimoji="1" lang="en-US" altLang="ja-JP" sz="2000" dirty="0" err="1"/>
              <a:t>nmcli</a:t>
            </a:r>
            <a:r>
              <a:rPr kumimoji="1" lang="en-US" altLang="ja-JP" sz="2000" dirty="0"/>
              <a:t> dev </a:t>
            </a:r>
            <a:r>
              <a:rPr kumimoji="1" lang="en-US" altLang="ja-JP" sz="2000" dirty="0" err="1"/>
              <a:t>wifi</a:t>
            </a:r>
            <a:r>
              <a:rPr kumimoji="1" lang="en-US" altLang="ja-JP" sz="2000" dirty="0"/>
              <a:t> list</a:t>
            </a:r>
            <a:endParaRPr kumimoji="1" lang="ja-JP" altLang="en-US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2D8EC3B-91F9-DEEC-C1DB-1E4BE3258FB5}"/>
              </a:ext>
            </a:extLst>
          </p:cNvPr>
          <p:cNvSpPr txBox="1"/>
          <p:nvPr/>
        </p:nvSpPr>
        <p:spPr>
          <a:xfrm>
            <a:off x="426699" y="6031080"/>
            <a:ext cx="7898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pt-BR" altLang="ja-JP" sz="2000" dirty="0"/>
              <a:t>BSSID: 00:90:FE:E4:99:04, SSID: higashi-2f, WPA2 </a:t>
            </a:r>
            <a:r>
              <a:rPr kumimoji="1" lang="ja-JP" altLang="en-US" sz="2000" dirty="0"/>
              <a:t>を確認しました。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42B3A45-D508-7706-C997-344F801C00B0}"/>
              </a:ext>
            </a:extLst>
          </p:cNvPr>
          <p:cNvSpPr/>
          <p:nvPr/>
        </p:nvSpPr>
        <p:spPr>
          <a:xfrm>
            <a:off x="762146" y="5088121"/>
            <a:ext cx="6100471" cy="234891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0A5BAE1-6796-CB89-8470-5391C5235C31}"/>
              </a:ext>
            </a:extLst>
          </p:cNvPr>
          <p:cNvSpPr txBox="1"/>
          <p:nvPr/>
        </p:nvSpPr>
        <p:spPr>
          <a:xfrm>
            <a:off x="356755" y="6356350"/>
            <a:ext cx="4667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 </a:t>
            </a:r>
            <a:r>
              <a:rPr kumimoji="1" lang="en-US" altLang="ja-JP" sz="2000" dirty="0">
                <a:solidFill>
                  <a:srgbClr val="FF0000"/>
                </a:solidFill>
              </a:rPr>
              <a:t>q </a:t>
            </a:r>
            <a:r>
              <a:rPr kumimoji="1" lang="ja-JP" altLang="en-US" sz="2000" dirty="0">
                <a:solidFill>
                  <a:srgbClr val="FF0000"/>
                </a:solidFill>
              </a:rPr>
              <a:t>キーで、ステータス表示から抜けます。</a:t>
            </a:r>
          </a:p>
        </p:txBody>
      </p:sp>
    </p:spTree>
    <p:extLst>
      <p:ext uri="{BB962C8B-B14F-4D97-AF65-F5344CB8AC3E}">
        <p14:creationId xmlns:p14="http://schemas.microsoft.com/office/powerpoint/2010/main" val="1955861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76505-64B0-A694-4832-07B419933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E90F088-7E4A-303B-A1E1-2C6E076A7F9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563" y="1820474"/>
            <a:ext cx="8100291" cy="456231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7FD63EB-BF5F-FAF2-1BF3-651E9AB6B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9958474-0B4C-75D7-CEC0-D5575B47C395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部屋の</a:t>
            </a:r>
            <a:r>
              <a:rPr kumimoji="1" lang="en-US" altLang="ja-JP" sz="2400" dirty="0" err="1"/>
              <a:t>WiFi</a:t>
            </a:r>
            <a:r>
              <a:rPr kumimoji="1" lang="ja-JP" altLang="en-US" sz="2400" dirty="0"/>
              <a:t>ルータ</a:t>
            </a:r>
            <a:r>
              <a:rPr kumimoji="1" lang="en-US" altLang="ja-JP" sz="2400" dirty="0"/>
              <a:t>(higashi-2f)</a:t>
            </a:r>
            <a:r>
              <a:rPr kumimoji="1" lang="ja-JP" altLang="en-US" sz="2400" dirty="0"/>
              <a:t>を登録する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FDDFC64-DE0D-79B5-26F3-C8013091A601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以下のコマンドを入力します。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870D2979-5166-D7A4-FBE5-684EC0C8A4EF}"/>
              </a:ext>
            </a:extLst>
          </p:cNvPr>
          <p:cNvCxnSpPr>
            <a:cxnSpLocks/>
          </p:cNvCxnSpPr>
          <p:nvPr/>
        </p:nvCxnSpPr>
        <p:spPr>
          <a:xfrm>
            <a:off x="2013527" y="1451142"/>
            <a:ext cx="295564" cy="4403042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5E073E8-7F8C-C784-72D6-E62E96E70AED}"/>
              </a:ext>
            </a:extLst>
          </p:cNvPr>
          <p:cNvSpPr txBox="1"/>
          <p:nvPr/>
        </p:nvSpPr>
        <p:spPr>
          <a:xfrm>
            <a:off x="356755" y="1051032"/>
            <a:ext cx="839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nmcli</a:t>
            </a:r>
            <a:r>
              <a:rPr kumimoji="1" lang="en-US" altLang="ja-JP" dirty="0"/>
              <a:t> connection add type </a:t>
            </a:r>
            <a:r>
              <a:rPr kumimoji="1" lang="en-US" altLang="ja-JP" dirty="0" err="1"/>
              <a:t>wifi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ifname</a:t>
            </a:r>
            <a:r>
              <a:rPr kumimoji="1" lang="en-US" altLang="ja-JP" dirty="0"/>
              <a:t> wlan0 con-name higashi-2f </a:t>
            </a:r>
            <a:r>
              <a:rPr kumimoji="1" lang="en-US" altLang="ja-JP" dirty="0" err="1"/>
              <a:t>ssid</a:t>
            </a:r>
            <a:r>
              <a:rPr kumimoji="1" lang="en-US" altLang="ja-JP" dirty="0"/>
              <a:t> higashi-2f</a:t>
            </a:r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4945D65-B6C3-C96C-2377-E55374F165B9}"/>
              </a:ext>
            </a:extLst>
          </p:cNvPr>
          <p:cNvSpPr/>
          <p:nvPr/>
        </p:nvSpPr>
        <p:spPr>
          <a:xfrm>
            <a:off x="1506178" y="5884962"/>
            <a:ext cx="5642767" cy="16716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F088A66-B122-6F08-9841-D8921FAF4452}"/>
              </a:ext>
            </a:extLst>
          </p:cNvPr>
          <p:cNvSpPr txBox="1"/>
          <p:nvPr/>
        </p:nvSpPr>
        <p:spPr>
          <a:xfrm>
            <a:off x="2457524" y="6334845"/>
            <a:ext cx="2539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追加したと出ます。</a:t>
            </a:r>
          </a:p>
        </p:txBody>
      </p:sp>
    </p:spTree>
    <p:extLst>
      <p:ext uri="{BB962C8B-B14F-4D97-AF65-F5344CB8AC3E}">
        <p14:creationId xmlns:p14="http://schemas.microsoft.com/office/powerpoint/2010/main" val="3468389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03781-C220-F8D6-71AE-434354027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148C83EC-E6AC-3A80-C069-D7C10A8C308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1562" y="2731161"/>
            <a:ext cx="8678257" cy="2773711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9306B01-9E49-DD48-EDB8-D9E5481F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12CDA1E-CCB0-EF18-8304-3102D3660025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部屋の</a:t>
            </a:r>
            <a:r>
              <a:rPr kumimoji="1" lang="en-US" altLang="ja-JP" sz="2400" dirty="0" err="1"/>
              <a:t>WiFi</a:t>
            </a:r>
            <a:r>
              <a:rPr kumimoji="1" lang="ja-JP" altLang="en-US" sz="2400" dirty="0"/>
              <a:t>ルータ</a:t>
            </a:r>
            <a:r>
              <a:rPr kumimoji="1" lang="en-US" altLang="ja-JP" sz="2400" dirty="0"/>
              <a:t>(higashi-2f)</a:t>
            </a:r>
            <a:r>
              <a:rPr kumimoji="1" lang="ja-JP" altLang="en-US" sz="2400" dirty="0"/>
              <a:t>を登録する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2C7FCCB-51C5-0911-1C75-EE67FA40E4B5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</a:t>
            </a:r>
            <a:r>
              <a:rPr kumimoji="1" lang="en-US" altLang="ja-JP" sz="2000" dirty="0"/>
              <a:t>1</a:t>
            </a:r>
            <a:r>
              <a:rPr kumimoji="1" lang="ja-JP" altLang="en-US" sz="2000" dirty="0"/>
              <a:t>行ずつ実行します。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6FEC226-40DA-54C3-DAF9-86B56AA84642}"/>
              </a:ext>
            </a:extLst>
          </p:cNvPr>
          <p:cNvSpPr txBox="1"/>
          <p:nvPr/>
        </p:nvSpPr>
        <p:spPr>
          <a:xfrm>
            <a:off x="356755" y="1051032"/>
            <a:ext cx="83993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nmcli</a:t>
            </a:r>
            <a:r>
              <a:rPr kumimoji="1" lang="en-US" altLang="ja-JP" dirty="0"/>
              <a:t> connection modify higashi-2f </a:t>
            </a:r>
            <a:r>
              <a:rPr kumimoji="1" lang="en-US" altLang="ja-JP" dirty="0" err="1"/>
              <a:t>wifi-sec.key-mgmt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wpa-psk</a:t>
            </a:r>
            <a:endParaRPr kumimoji="1" lang="en-US" altLang="ja-JP" dirty="0"/>
          </a:p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nmcli</a:t>
            </a:r>
            <a:r>
              <a:rPr kumimoji="1" lang="en-US" altLang="ja-JP" dirty="0"/>
              <a:t> connection modify higashi-2f </a:t>
            </a:r>
            <a:r>
              <a:rPr kumimoji="1" lang="en-US" altLang="ja-JP" dirty="0" err="1"/>
              <a:t>wifi-sec.psk</a:t>
            </a:r>
            <a:r>
              <a:rPr kumimoji="1" lang="en-US" altLang="ja-JP" dirty="0"/>
              <a:t> "hama1297noiti"</a:t>
            </a:r>
          </a:p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nmcli</a:t>
            </a:r>
            <a:r>
              <a:rPr kumimoji="1" lang="en-US" altLang="ja-JP" dirty="0"/>
              <a:t> connection modify higashi-2f 802-11-wireless.bssid 00:90:FE:E4:99:04</a:t>
            </a:r>
          </a:p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nmcli</a:t>
            </a:r>
            <a:r>
              <a:rPr kumimoji="1" lang="en-US" altLang="ja-JP" dirty="0"/>
              <a:t> connection modify higashi-2f </a:t>
            </a:r>
            <a:r>
              <a:rPr kumimoji="1" lang="en-US" altLang="ja-JP" dirty="0" err="1"/>
              <a:t>connection.autoconnect</a:t>
            </a:r>
            <a:r>
              <a:rPr kumimoji="1" lang="en-US" altLang="ja-JP" dirty="0"/>
              <a:t> yes</a:t>
            </a:r>
          </a:p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nmcli</a:t>
            </a:r>
            <a:r>
              <a:rPr kumimoji="1" lang="en-US" altLang="ja-JP" dirty="0"/>
              <a:t> connection modify higashi-2f </a:t>
            </a:r>
            <a:r>
              <a:rPr kumimoji="1" lang="en-US" altLang="ja-JP" dirty="0" err="1"/>
              <a:t>connection.autoconnect</a:t>
            </a:r>
            <a:r>
              <a:rPr kumimoji="1" lang="en-US" altLang="ja-JP" dirty="0"/>
              <a:t>-priority 10</a:t>
            </a:r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87A6ECF-3401-B412-0320-2FAEA229A530}"/>
              </a:ext>
            </a:extLst>
          </p:cNvPr>
          <p:cNvSpPr/>
          <p:nvPr/>
        </p:nvSpPr>
        <p:spPr>
          <a:xfrm>
            <a:off x="1472864" y="4535054"/>
            <a:ext cx="5888518" cy="858982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AE30AB2-333F-8610-8DAF-95EF089672BF}"/>
              </a:ext>
            </a:extLst>
          </p:cNvPr>
          <p:cNvSpPr txBox="1"/>
          <p:nvPr/>
        </p:nvSpPr>
        <p:spPr>
          <a:xfrm>
            <a:off x="216937" y="5530501"/>
            <a:ext cx="874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自動接続 </a:t>
            </a:r>
            <a:r>
              <a:rPr kumimoji="1" lang="en-US" altLang="ja-JP" sz="2000" dirty="0">
                <a:solidFill>
                  <a:srgbClr val="FF0000"/>
                </a:solidFill>
              </a:rPr>
              <a:t>yes </a:t>
            </a:r>
            <a:r>
              <a:rPr kumimoji="1" lang="ja-JP" altLang="en-US" sz="2000" dirty="0">
                <a:solidFill>
                  <a:srgbClr val="FF0000"/>
                </a:solidFill>
              </a:rPr>
              <a:t>にして、優先順位を </a:t>
            </a:r>
            <a:r>
              <a:rPr kumimoji="1" lang="en-US" altLang="ja-JP" sz="2000" dirty="0">
                <a:solidFill>
                  <a:srgbClr val="FF0000"/>
                </a:solidFill>
              </a:rPr>
              <a:t>10 </a:t>
            </a:r>
            <a:r>
              <a:rPr kumimoji="1" lang="ja-JP" altLang="en-US" sz="2000" dirty="0">
                <a:solidFill>
                  <a:srgbClr val="FF0000"/>
                </a:solidFill>
              </a:rPr>
              <a:t>にしました。</a:t>
            </a:r>
          </a:p>
          <a:p>
            <a:r>
              <a:rPr kumimoji="1" lang="ja-JP" altLang="en-US" sz="2000" dirty="0">
                <a:solidFill>
                  <a:srgbClr val="FF0000"/>
                </a:solidFill>
              </a:rPr>
              <a:t>モバイルホットスポットへの接続の優先順位を最優先にします。</a:t>
            </a:r>
          </a:p>
        </p:txBody>
      </p:sp>
    </p:spTree>
    <p:extLst>
      <p:ext uri="{BB962C8B-B14F-4D97-AF65-F5344CB8AC3E}">
        <p14:creationId xmlns:p14="http://schemas.microsoft.com/office/powerpoint/2010/main" val="342769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59752-919D-3B29-7C21-6875C4229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9794C69-682D-55B8-B80B-5E609B4AC5C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938" y="1556829"/>
            <a:ext cx="8312002" cy="468155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03A617A-D412-4289-7424-71B7DB711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B263C04-E75D-2066-FE31-44725BEDA592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モバイルホットスポットの接続を最優先にする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B4549FE-62DC-C233-7003-F4130CF9728D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以下のコマンドを実行します。数字が大きいほど、優先順位が高いです。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DF053F7-B885-557D-AFF5-D6EE34894530}"/>
              </a:ext>
            </a:extLst>
          </p:cNvPr>
          <p:cNvSpPr txBox="1"/>
          <p:nvPr/>
        </p:nvSpPr>
        <p:spPr>
          <a:xfrm>
            <a:off x="356755" y="1051032"/>
            <a:ext cx="839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nmcli</a:t>
            </a:r>
            <a:r>
              <a:rPr kumimoji="1" lang="en-US" altLang="ja-JP" dirty="0"/>
              <a:t> connection modify  preconfigured </a:t>
            </a:r>
            <a:r>
              <a:rPr kumimoji="1" lang="en-US" altLang="ja-JP" dirty="0" err="1"/>
              <a:t>connection.autoconnect</a:t>
            </a:r>
            <a:r>
              <a:rPr kumimoji="1" lang="en-US" altLang="ja-JP" dirty="0"/>
              <a:t>-priority 100</a:t>
            </a:r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9650490-EE67-3FD1-856F-3B10F381266A}"/>
              </a:ext>
            </a:extLst>
          </p:cNvPr>
          <p:cNvSpPr/>
          <p:nvPr/>
        </p:nvSpPr>
        <p:spPr>
          <a:xfrm>
            <a:off x="1472864" y="5864312"/>
            <a:ext cx="5888518" cy="203979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588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02D06-1D39-2F98-B258-7690D861A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76283462-18AF-4AD5-FBB7-EB04BB16C6E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1853794"/>
            <a:ext cx="7994188" cy="4502556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AD99153-E18D-B897-1B27-60B2B63B8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9EF5BFA-C77E-7F4C-06C7-6FA0FCFFACB6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優先度の確認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AF4A723-D443-2B3C-21A6-082A833AAE5A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以下のコマンドを実行します。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48D8388-0B81-E176-FF75-C223776B2915}"/>
              </a:ext>
            </a:extLst>
          </p:cNvPr>
          <p:cNvSpPr txBox="1"/>
          <p:nvPr/>
        </p:nvSpPr>
        <p:spPr>
          <a:xfrm>
            <a:off x="356755" y="1051032"/>
            <a:ext cx="83993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 </a:t>
            </a:r>
            <a:r>
              <a:rPr kumimoji="1" lang="en-US" altLang="ja-JP" dirty="0" err="1"/>
              <a:t>nmcli</a:t>
            </a:r>
            <a:r>
              <a:rPr kumimoji="1" lang="en-US" altLang="ja-JP" dirty="0"/>
              <a:t> c show preconfigured | grep </a:t>
            </a:r>
            <a:r>
              <a:rPr kumimoji="1" lang="en-US" altLang="ja-JP" dirty="0" err="1"/>
              <a:t>connection.autoconnect</a:t>
            </a:r>
            <a:r>
              <a:rPr kumimoji="1" lang="en-US" altLang="ja-JP" dirty="0"/>
              <a:t>-priority</a:t>
            </a:r>
          </a:p>
          <a:p>
            <a:r>
              <a:rPr kumimoji="1" lang="en-US" altLang="ja-JP" dirty="0"/>
              <a:t> </a:t>
            </a:r>
            <a:r>
              <a:rPr kumimoji="1" lang="en-US" altLang="ja-JP" dirty="0" err="1"/>
              <a:t>nmcli</a:t>
            </a:r>
            <a:r>
              <a:rPr kumimoji="1" lang="en-US" altLang="ja-JP" dirty="0"/>
              <a:t> c show higashi-2f | grep </a:t>
            </a:r>
            <a:r>
              <a:rPr kumimoji="1" lang="en-US" altLang="ja-JP" dirty="0" err="1"/>
              <a:t>connection.autoconnect</a:t>
            </a:r>
            <a:r>
              <a:rPr kumimoji="1" lang="en-US" altLang="ja-JP" dirty="0"/>
              <a:t>-priority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227908DE-F843-6AEA-EB80-94F58F5279EF}"/>
              </a:ext>
            </a:extLst>
          </p:cNvPr>
          <p:cNvSpPr/>
          <p:nvPr/>
        </p:nvSpPr>
        <p:spPr>
          <a:xfrm>
            <a:off x="424872" y="5534689"/>
            <a:ext cx="5929746" cy="696196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4343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6D340-982E-B3DA-E4EE-32ED536B5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4F24F8A-3599-6508-F3CF-AF33E5C2ED2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046" y="1957502"/>
            <a:ext cx="8423680" cy="439884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3FF066E-0DEB-8F2C-8501-9C20D148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F9CBFB0-11C0-3203-D065-00F95303E5FA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部屋の</a:t>
            </a:r>
            <a:r>
              <a:rPr kumimoji="1" lang="en-US" altLang="ja-JP" sz="2400" dirty="0" err="1"/>
              <a:t>WiFi</a:t>
            </a:r>
            <a:r>
              <a:rPr kumimoji="1" lang="en-US" altLang="ja-JP" sz="2400" dirty="0"/>
              <a:t>(higashi-2f)</a:t>
            </a:r>
            <a:r>
              <a:rPr kumimoji="1" lang="ja-JP" altLang="en-US" sz="2400" dirty="0"/>
              <a:t>への接続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CF555C8-AE9A-4BF3-4549-105EEB1475DD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再起動します。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BFEB2F9-59F4-29ED-9A87-7E3A5F846620}"/>
              </a:ext>
            </a:extLst>
          </p:cNvPr>
          <p:cNvSpPr txBox="1"/>
          <p:nvPr/>
        </p:nvSpPr>
        <p:spPr>
          <a:xfrm>
            <a:off x="356755" y="1051032"/>
            <a:ext cx="839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 </a:t>
            </a:r>
            <a:r>
              <a:rPr kumimoji="1" lang="en-US" altLang="ja-JP" dirty="0" err="1"/>
              <a:t>sudo</a:t>
            </a:r>
            <a:r>
              <a:rPr kumimoji="1" lang="ja-JP" altLang="en-US" dirty="0"/>
              <a:t> </a:t>
            </a:r>
            <a:r>
              <a:rPr kumimoji="1" lang="en-US" altLang="ja-JP" dirty="0"/>
              <a:t>reboot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C8281FB-1C93-9A89-9480-64A6A7CCC42D}"/>
              </a:ext>
            </a:extLst>
          </p:cNvPr>
          <p:cNvSpPr/>
          <p:nvPr/>
        </p:nvSpPr>
        <p:spPr>
          <a:xfrm>
            <a:off x="1186872" y="5110772"/>
            <a:ext cx="715819" cy="172428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BEBCA962-78BF-5B54-A51C-84E860D99D9B}"/>
              </a:ext>
            </a:extLst>
          </p:cNvPr>
          <p:cNvSpPr/>
          <p:nvPr/>
        </p:nvSpPr>
        <p:spPr>
          <a:xfrm>
            <a:off x="7619999" y="2638057"/>
            <a:ext cx="715819" cy="233983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2A23B8C8-5592-37BB-B98E-FABE6C76FEDC}"/>
              </a:ext>
            </a:extLst>
          </p:cNvPr>
          <p:cNvCxnSpPr>
            <a:cxnSpLocks/>
          </p:cNvCxnSpPr>
          <p:nvPr/>
        </p:nvCxnSpPr>
        <p:spPr>
          <a:xfrm>
            <a:off x="808182" y="1420364"/>
            <a:ext cx="623454" cy="3604218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EDE16A8-866C-E90D-C1B3-275FC6B579D5}"/>
              </a:ext>
            </a:extLst>
          </p:cNvPr>
          <p:cNvSpPr txBox="1"/>
          <p:nvPr/>
        </p:nvSpPr>
        <p:spPr>
          <a:xfrm>
            <a:off x="3438571" y="1222857"/>
            <a:ext cx="4897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モバイルホットスポットを「オフ」にします。</a:t>
            </a: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A526436-EE84-8C9B-C98B-FE51BE4CB4BB}"/>
              </a:ext>
            </a:extLst>
          </p:cNvPr>
          <p:cNvCxnSpPr>
            <a:cxnSpLocks/>
          </p:cNvCxnSpPr>
          <p:nvPr/>
        </p:nvCxnSpPr>
        <p:spPr>
          <a:xfrm>
            <a:off x="6553200" y="1588170"/>
            <a:ext cx="983673" cy="1049887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7634147-D634-5C8C-A999-17E1DCC1F93E}"/>
              </a:ext>
            </a:extLst>
          </p:cNvPr>
          <p:cNvSpPr txBox="1"/>
          <p:nvPr/>
        </p:nvSpPr>
        <p:spPr>
          <a:xfrm>
            <a:off x="1431636" y="1554844"/>
            <a:ext cx="4897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solidFill>
                  <a:srgbClr val="FF0000"/>
                </a:solidFill>
              </a:rPr>
              <a:t>しばらく再起動を待ちます。</a:t>
            </a:r>
          </a:p>
        </p:txBody>
      </p:sp>
    </p:spTree>
    <p:extLst>
      <p:ext uri="{BB962C8B-B14F-4D97-AF65-F5344CB8AC3E}">
        <p14:creationId xmlns:p14="http://schemas.microsoft.com/office/powerpoint/2010/main" val="2630336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16A6-DFB1-69C3-D430-A2C0C967D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DDDB1D7-CF83-C638-3748-00B1D11EB60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2047476"/>
            <a:ext cx="7814300" cy="4401238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032841D-A68A-BAE5-332A-1B27BD8F3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CD16716-770C-11B3-6F3C-B9A3CA357389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部屋の</a:t>
            </a:r>
            <a:r>
              <a:rPr kumimoji="1" lang="en-US" altLang="ja-JP" sz="2400" dirty="0" err="1"/>
              <a:t>WiFi</a:t>
            </a:r>
            <a:r>
              <a:rPr kumimoji="1" lang="en-US" altLang="ja-JP" sz="2400" dirty="0"/>
              <a:t>(higashi-2f)</a:t>
            </a:r>
            <a:r>
              <a:rPr kumimoji="1" lang="ja-JP" altLang="en-US" sz="2400" dirty="0"/>
              <a:t>への接続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2A43495-9E6E-3568-0A12-981BAF37CFF3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ssh</a:t>
            </a:r>
            <a:r>
              <a:rPr kumimoji="1" lang="ja-JP" altLang="en-US" sz="2000" dirty="0"/>
              <a:t>接続を試みます。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0B3FAE5-A0FF-1968-F74A-60111BF106BA}"/>
              </a:ext>
            </a:extLst>
          </p:cNvPr>
          <p:cNvSpPr txBox="1"/>
          <p:nvPr/>
        </p:nvSpPr>
        <p:spPr>
          <a:xfrm>
            <a:off x="356755" y="1051032"/>
            <a:ext cx="8399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 ssh pi@raspizero2w.local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CD218FB-5F2C-98AD-D101-601FC18A1E63}"/>
              </a:ext>
            </a:extLst>
          </p:cNvPr>
          <p:cNvSpPr/>
          <p:nvPr/>
        </p:nvSpPr>
        <p:spPr>
          <a:xfrm>
            <a:off x="1648691" y="4648954"/>
            <a:ext cx="1279236" cy="172428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2773984B-FB62-3BCA-87E9-BB5F4D5A91F7}"/>
              </a:ext>
            </a:extLst>
          </p:cNvPr>
          <p:cNvCxnSpPr>
            <a:cxnSpLocks/>
          </p:cNvCxnSpPr>
          <p:nvPr/>
        </p:nvCxnSpPr>
        <p:spPr>
          <a:xfrm>
            <a:off x="2110509" y="1370626"/>
            <a:ext cx="0" cy="320137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8CB36AC-C234-E0DD-FDD7-F1554F737970}"/>
              </a:ext>
            </a:extLst>
          </p:cNvPr>
          <p:cNvSpPr txBox="1"/>
          <p:nvPr/>
        </p:nvSpPr>
        <p:spPr>
          <a:xfrm>
            <a:off x="2110509" y="1451142"/>
            <a:ext cx="4308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 </a:t>
            </a:r>
            <a:r>
              <a:rPr kumimoji="1" lang="ja-JP" altLang="en-US" dirty="0"/>
              <a:t>何故か、</a:t>
            </a:r>
            <a:r>
              <a:rPr kumimoji="1" lang="en-US" altLang="ja-JP" dirty="0"/>
              <a:t>.local</a:t>
            </a:r>
            <a:r>
              <a:rPr kumimoji="1" lang="ja-JP" altLang="en-US" dirty="0"/>
              <a:t>を付けないとダメでした。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51432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146AB-ECC0-984A-ACA1-6657005FD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00FFC392-FFFD-3A98-3255-36497A6726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755" y="1837130"/>
            <a:ext cx="7814298" cy="4401237"/>
          </a:xfrm>
          <a:prstGeom prst="rect">
            <a:avLst/>
          </a:prstGeom>
        </p:spPr>
      </p:pic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F51EE71-9650-601C-9FB7-CC0239D49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3428E5B-19B3-F3EC-A5EC-6715D7CC66EC}"/>
              </a:ext>
            </a:extLst>
          </p:cNvPr>
          <p:cNvSpPr txBox="1"/>
          <p:nvPr/>
        </p:nvSpPr>
        <p:spPr>
          <a:xfrm>
            <a:off x="216938" y="243077"/>
            <a:ext cx="68119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部屋の</a:t>
            </a:r>
            <a:r>
              <a:rPr kumimoji="1" lang="en-US" altLang="ja-JP" sz="2400" dirty="0" err="1"/>
              <a:t>WiFi</a:t>
            </a:r>
            <a:r>
              <a:rPr kumimoji="1" lang="en-US" altLang="ja-JP" sz="2400" dirty="0"/>
              <a:t>(higashi-2f)</a:t>
            </a:r>
            <a:r>
              <a:rPr kumimoji="1" lang="ja-JP" altLang="en-US" sz="2400" dirty="0"/>
              <a:t>への接続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3553ACB-B540-6210-42B6-01707B713E3A}"/>
              </a:ext>
            </a:extLst>
          </p:cNvPr>
          <p:cNvSpPr txBox="1"/>
          <p:nvPr/>
        </p:nvSpPr>
        <p:spPr>
          <a:xfrm>
            <a:off x="207483" y="650922"/>
            <a:ext cx="8266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ログイン出来ました。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5C14ABC-E4E4-35DE-E466-D6375A4441A4}"/>
              </a:ext>
            </a:extLst>
          </p:cNvPr>
          <p:cNvSpPr/>
          <p:nvPr/>
        </p:nvSpPr>
        <p:spPr>
          <a:xfrm>
            <a:off x="333328" y="6034649"/>
            <a:ext cx="1347689" cy="203717"/>
          </a:xfrm>
          <a:prstGeom prst="roundRect">
            <a:avLst>
              <a:gd name="adj" fmla="val 3340"/>
            </a:avLst>
          </a:prstGeom>
          <a:noFill/>
          <a:ln w="41275">
            <a:solidFill>
              <a:srgbClr val="E6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C04A4BFA-EA68-5B17-3CBE-E7E95DB6FE18}"/>
              </a:ext>
            </a:extLst>
          </p:cNvPr>
          <p:cNvCxnSpPr>
            <a:cxnSpLocks/>
          </p:cNvCxnSpPr>
          <p:nvPr/>
        </p:nvCxnSpPr>
        <p:spPr>
          <a:xfrm flipH="1">
            <a:off x="1219200" y="1051032"/>
            <a:ext cx="212436" cy="4865634"/>
          </a:xfrm>
          <a:prstGeom prst="straightConnector1">
            <a:avLst/>
          </a:prstGeom>
          <a:ln>
            <a:solidFill>
              <a:srgbClr val="E64555"/>
            </a:solidFill>
            <a:headEnd w="lg" len="med"/>
            <a:tailEnd type="triangle" w="lg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265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3913</TotalTime>
  <Words>558</Words>
  <Application>Microsoft Office PowerPoint</Application>
  <PresentationFormat>画面に合わせる (4:3)</PresentationFormat>
  <Paragraphs>89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4" baseType="lpstr"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山本三七男</dc:creator>
  <cp:keywords/>
  <dc:description>generated using python-pptx</dc:description>
  <cp:lastModifiedBy>三七男 山本</cp:lastModifiedBy>
  <cp:revision>208</cp:revision>
  <dcterms:created xsi:type="dcterms:W3CDTF">2013-01-27T09:14:16Z</dcterms:created>
  <dcterms:modified xsi:type="dcterms:W3CDTF">2025-10-27T15:42:48Z</dcterms:modified>
  <cp:category/>
</cp:coreProperties>
</file>