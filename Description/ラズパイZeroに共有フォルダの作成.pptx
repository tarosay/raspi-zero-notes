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423" r:id="rId3"/>
    <p:sldId id="397" r:id="rId4"/>
    <p:sldId id="398" r:id="rId5"/>
    <p:sldId id="402" r:id="rId6"/>
    <p:sldId id="403" r:id="rId7"/>
    <p:sldId id="404" r:id="rId8"/>
    <p:sldId id="424" r:id="rId9"/>
    <p:sldId id="413" r:id="rId10"/>
    <p:sldId id="425" r:id="rId11"/>
    <p:sldId id="426" r:id="rId12"/>
    <p:sldId id="427" r:id="rId13"/>
    <p:sldId id="428" r:id="rId14"/>
    <p:sldId id="429" r:id="rId15"/>
    <p:sldId id="430" r:id="rId16"/>
    <p:sldId id="431" r:id="rId17"/>
    <p:sldId id="433" r:id="rId18"/>
    <p:sldId id="432" r:id="rId19"/>
    <p:sldId id="434" r:id="rId20"/>
    <p:sldId id="435" r:id="rId21"/>
    <p:sldId id="436" r:id="rId22"/>
    <p:sldId id="43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555"/>
    <a:srgbClr val="E14656"/>
    <a:srgbClr val="D816BC"/>
    <a:srgbClr val="0099CC"/>
    <a:srgbClr val="E94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4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081CE2F-C574-80EF-5747-A92457317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FCC861-648D-50B6-79A1-796C5B0E9F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88713-E174-4349-BFC4-6EFC114B3E0D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8F0F4A-93A0-8D92-22DF-51D7770981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0CE2EE-2AF9-65D1-6C76-6E49B155D3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F71E-24F8-4536-B10D-00B5069AB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2619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79676-017F-4568-8715-BF0D48585B75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EE46A-F822-46B9-A4CB-87818B506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0382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4370-40FB-475F-AD35-CCD4FDE424B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79D7-5AA5-4850-AE45-29A9A0ECEB48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7536-DA5F-41C6-BBF2-6E35F87A6142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7B27-C5D8-4894-9ECE-7FC7B5F04ED5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0E33-C8D2-41C6-B6C1-47F2281F6D72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4174-3442-44AC-B510-D8FCDCC1489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1262-BE2C-4389-9868-E899A79A905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C13C-BEA9-486C-BF5B-2BEBA009AB8D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6BE3-A662-4CEE-BA9F-FD2A46736EFF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0EC3-7B9D-47FF-80B4-13DE00F0F654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389E-81A3-42C6-BF38-21D0E5195125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483B-2E20-4D3E-BE06-DCF4256A9BB0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5120" y="2267527"/>
            <a:ext cx="71737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ラズパイ</a:t>
            </a:r>
            <a:r>
              <a:rPr lang="en-US" altLang="ja-JP" sz="3600" dirty="0"/>
              <a:t>Zero</a:t>
            </a:r>
            <a:r>
              <a:rPr lang="ja-JP" altLang="en-US" sz="3600" dirty="0"/>
              <a:t>に共有フォルダの作成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C36234-9633-ABEB-F534-67AA9ED0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0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BFD3-559A-FF6E-EDB0-D7EA15BF9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43F3E-7895-75D8-E503-4899C0CEED34}"/>
              </a:ext>
            </a:extLst>
          </p:cNvPr>
          <p:cNvSpPr txBox="1"/>
          <p:nvPr/>
        </p:nvSpPr>
        <p:spPr>
          <a:xfrm>
            <a:off x="2089585" y="2267527"/>
            <a:ext cx="49648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先ず、アップデートします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0A33982-E275-B8EC-059F-668D62F7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19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9DFF-0268-4214-A706-0B292078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1E5F816-DE44-FFC4-86AA-33E101E6600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374" y="924818"/>
            <a:ext cx="3470561" cy="569010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76D0F0-505F-86D0-91F2-B5AE047F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9A02E4-9141-DC89-CCE7-CEA73EB112F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CED6CA0-DB44-4326-162A-CE3F6A54F7BB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885608" y="2977658"/>
            <a:ext cx="1538609" cy="79221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BC1C1E6-1E66-1D25-A7E6-04D6135BB2A8}"/>
              </a:ext>
            </a:extLst>
          </p:cNvPr>
          <p:cNvSpPr txBox="1"/>
          <p:nvPr/>
        </p:nvSpPr>
        <p:spPr>
          <a:xfrm>
            <a:off x="4424217" y="2623715"/>
            <a:ext cx="4617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右クリックスタートメニュから「ターミナル」を選びます。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1862B42-ABBE-6E52-39C0-A6A1CC9C1327}"/>
              </a:ext>
            </a:extLst>
          </p:cNvPr>
          <p:cNvSpPr/>
          <p:nvPr/>
        </p:nvSpPr>
        <p:spPr>
          <a:xfrm>
            <a:off x="640771" y="3769870"/>
            <a:ext cx="2244837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00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66B3-9C19-70C7-D3BA-E7036E7F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0FC7C27-06CE-050A-9B22-09739856ACC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217" y="2063425"/>
            <a:ext cx="7952509" cy="447908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01BCA-48AC-7383-9C46-B96A9BD3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8BA6BB-8DA9-2C18-06CC-6EA37353E3D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0D39D7F-8BF1-CADC-C6AD-4592133A8393}"/>
              </a:ext>
            </a:extLst>
          </p:cNvPr>
          <p:cNvSpPr txBox="1"/>
          <p:nvPr/>
        </p:nvSpPr>
        <p:spPr>
          <a:xfrm>
            <a:off x="216938" y="786300"/>
            <a:ext cx="8266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 pi@</a:t>
            </a:r>
            <a:r>
              <a:rPr kumimoji="1" lang="en-US" altLang="ja-JP" sz="2000" u="sng" dirty="0"/>
              <a:t>raspizero2w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と入力します。または、</a:t>
            </a:r>
          </a:p>
          <a:p>
            <a:r>
              <a:rPr kumimoji="1" lang="en-US" altLang="ja-JP" sz="2000" dirty="0"/>
              <a:t>ssh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pi@</a:t>
            </a:r>
            <a:r>
              <a:rPr kumimoji="1" lang="en-US" altLang="ja-JP" sz="2000" u="sng" dirty="0"/>
              <a:t>192.168.137.15</a:t>
            </a:r>
            <a:r>
              <a:rPr kumimoji="1" lang="ja-JP" altLang="en-US" sz="2000" dirty="0"/>
              <a:t> と入力します。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F6721E5-4F28-C4C6-8139-E4833B840209}"/>
              </a:ext>
            </a:extLst>
          </p:cNvPr>
          <p:cNvSpPr/>
          <p:nvPr/>
        </p:nvSpPr>
        <p:spPr>
          <a:xfrm>
            <a:off x="1537856" y="3032835"/>
            <a:ext cx="1639453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8038052-2212-5AD6-AC9D-824790BB8CE2}"/>
              </a:ext>
            </a:extLst>
          </p:cNvPr>
          <p:cNvCxnSpPr>
            <a:cxnSpLocks/>
          </p:cNvCxnSpPr>
          <p:nvPr/>
        </p:nvCxnSpPr>
        <p:spPr>
          <a:xfrm>
            <a:off x="2576945" y="1494186"/>
            <a:ext cx="0" cy="153864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42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49AE-6386-08EC-24FB-000F2AE3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C821422-86DE-A074-1E21-06E2938C71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53054"/>
            <a:ext cx="7968002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96B9CC-9834-EB93-CBE2-F0298151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9ECCCD-B7FA-8B21-9838-0F427DA96E8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ラズパイを最新にアップテート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C67E71A-57CD-7ACB-3928-FE6F1D84081E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952D333-29B4-A446-0553-7F492BFE0E25}"/>
              </a:ext>
            </a:extLst>
          </p:cNvPr>
          <p:cNvSpPr/>
          <p:nvPr/>
        </p:nvSpPr>
        <p:spPr>
          <a:xfrm>
            <a:off x="1567876" y="4540272"/>
            <a:ext cx="3142661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A44D742-E30F-3354-3511-BFBB121E7936}"/>
              </a:ext>
            </a:extLst>
          </p:cNvPr>
          <p:cNvCxnSpPr>
            <a:cxnSpLocks/>
          </p:cNvCxnSpPr>
          <p:nvPr/>
        </p:nvCxnSpPr>
        <p:spPr>
          <a:xfrm>
            <a:off x="2438400" y="1451142"/>
            <a:ext cx="0" cy="308913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E93B9D-7E64-57AA-68BE-D7DBBB02A15C}"/>
              </a:ext>
            </a:extLst>
          </p:cNvPr>
          <p:cNvSpPr txBox="1"/>
          <p:nvPr/>
        </p:nvSpPr>
        <p:spPr>
          <a:xfrm>
            <a:off x="356755" y="105103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update;sudo</a:t>
            </a:r>
            <a:r>
              <a:rPr kumimoji="1" lang="en-US" altLang="ja-JP" sz="2000" dirty="0"/>
              <a:t> apt-get upgrade -y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092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0416-441B-5580-CBE6-AB821BDE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E2464AB-F336-A7AF-3B1E-7671934E923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1"/>
            <a:ext cx="7968003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BAF0C3-F838-026C-99B4-CD1F1FAB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E12957-D876-330C-D934-145D5DD7AB8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アップテート後の不要なファイルの削除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3DF94CD-72EC-CCFE-D0F1-7262B52DB521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0658871-C5DB-465E-A333-6472232A982C}"/>
              </a:ext>
            </a:extLst>
          </p:cNvPr>
          <p:cNvSpPr/>
          <p:nvPr/>
        </p:nvSpPr>
        <p:spPr>
          <a:xfrm>
            <a:off x="1336967" y="6283239"/>
            <a:ext cx="5414813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346CB1F-FD40-0846-7546-4722B7555E5D}"/>
              </a:ext>
            </a:extLst>
          </p:cNvPr>
          <p:cNvCxnSpPr>
            <a:cxnSpLocks/>
          </p:cNvCxnSpPr>
          <p:nvPr/>
        </p:nvCxnSpPr>
        <p:spPr>
          <a:xfrm>
            <a:off x="2540000" y="1542473"/>
            <a:ext cx="0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363157-08B9-EBEA-19AF-B9C95033D382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dist</a:t>
            </a:r>
            <a:r>
              <a:rPr kumimoji="1" lang="en-US" altLang="ja-JP" sz="2000" dirty="0"/>
              <a:t>-upgrade -</a:t>
            </a:r>
            <a:r>
              <a:rPr kumimoji="1" lang="en-US" altLang="ja-JP" sz="2000" dirty="0" err="1"/>
              <a:t>y;sudo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autoremove</a:t>
            </a:r>
            <a:r>
              <a:rPr kumimoji="1" lang="en-US" altLang="ja-JP" sz="2000" dirty="0"/>
              <a:t> -</a:t>
            </a:r>
            <a:r>
              <a:rPr kumimoji="1" lang="en-US" altLang="ja-JP" sz="2000" dirty="0" err="1"/>
              <a:t>y;sudo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autoclean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2186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F250A-4134-43F8-9A2C-B941A648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A6710D2-59B4-C705-316F-5D00940474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1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A8738CA-1279-68A5-BAD6-F8D1229C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703E8CB-69CC-FADF-BE43-5E6A262FC3B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ラズパイの再起動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2DCA6BA-E49D-BDDF-7E4A-37DD3DE8C82D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0BA033-F8DA-AD70-8BC5-BFC026E338CB}"/>
              </a:ext>
            </a:extLst>
          </p:cNvPr>
          <p:cNvSpPr/>
          <p:nvPr/>
        </p:nvSpPr>
        <p:spPr>
          <a:xfrm>
            <a:off x="1336968" y="6283239"/>
            <a:ext cx="1253834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2D30CB4-8DF9-8A98-D2BC-74BC528C79AD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729672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62D960-7AEB-A83D-4CB9-45C3AAE84280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reboot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9851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3083-0D0B-EB2F-E718-B8F1AB68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FB2B01-F20C-CC21-43DA-C28E4015E481}"/>
              </a:ext>
            </a:extLst>
          </p:cNvPr>
          <p:cNvSpPr txBox="1"/>
          <p:nvPr/>
        </p:nvSpPr>
        <p:spPr>
          <a:xfrm>
            <a:off x="2178554" y="2267527"/>
            <a:ext cx="478688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/>
              <a:t>samba</a:t>
            </a:r>
            <a:r>
              <a:rPr lang="ja-JP" altLang="en-US" sz="3600" dirty="0"/>
              <a:t>のインストール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/>
              <a:t>(</a:t>
            </a:r>
            <a:r>
              <a:rPr lang="ja-JP" altLang="en-US" sz="3600" dirty="0"/>
              <a:t>共有フォルダ化ツール</a:t>
            </a:r>
            <a:r>
              <a:rPr lang="en-US" altLang="ja-JP" sz="3600" dirty="0"/>
              <a:t>)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6D8F15-18F1-8715-038B-032A57FA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19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E4355-F7B1-062F-3A3C-B559C394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E0C05E3-61C8-7777-672E-8EB9942F270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979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C1CDC6-2798-4DB1-C9EA-7C2B81FE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4A4EC5-EB03-972F-6C26-D3507876A12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173BB16-3FD5-C817-6159-FEBD6A05385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 pi@raspizero2w </a:t>
            </a:r>
            <a:r>
              <a:rPr kumimoji="1" lang="ja-JP" altLang="en-US" sz="2000" dirty="0"/>
              <a:t>ラズパイに</a:t>
            </a:r>
            <a:r>
              <a:rPr kumimoji="1" lang="en-US" altLang="ja-JP" sz="2000" dirty="0"/>
              <a:t>ssh</a:t>
            </a:r>
            <a:r>
              <a:rPr kumimoji="1" lang="ja-JP" altLang="en-US" sz="2000" dirty="0"/>
              <a:t>接続します。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1A2E991-29D0-3A6E-CCA3-350129C55076}"/>
              </a:ext>
            </a:extLst>
          </p:cNvPr>
          <p:cNvSpPr/>
          <p:nvPr/>
        </p:nvSpPr>
        <p:spPr>
          <a:xfrm>
            <a:off x="1570701" y="3000534"/>
            <a:ext cx="1366464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D681F40-DF05-1C68-8ED1-61540DFBB84C}"/>
              </a:ext>
            </a:extLst>
          </p:cNvPr>
          <p:cNvCxnSpPr>
            <a:cxnSpLocks/>
          </p:cNvCxnSpPr>
          <p:nvPr/>
        </p:nvCxnSpPr>
        <p:spPr>
          <a:xfrm>
            <a:off x="3398982" y="1451142"/>
            <a:ext cx="0" cy="2853003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F4D0221-62E0-3AEC-34B0-B45AE08FABF1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install -y samba samba-common-bin</a:t>
            </a:r>
            <a:endParaRPr kumimoji="1" lang="ja-JP" altLang="en-US" sz="2000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8CBC6B0-CBDB-4210-9045-9EA0C684C029}"/>
              </a:ext>
            </a:extLst>
          </p:cNvPr>
          <p:cNvSpPr/>
          <p:nvPr/>
        </p:nvSpPr>
        <p:spPr>
          <a:xfrm>
            <a:off x="1570700" y="4373690"/>
            <a:ext cx="3176783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822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C4161-6059-BFB0-2496-2C5F57B3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19F3D3F-2724-6282-98B6-AF91E0F6817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2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24D678-9A35-7BC1-DC86-5B616178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716CD5-2528-62CE-522F-A2B57B5E5E7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99FB9E2-E83E-8DD5-62A3-6459D1B4A090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共有化させるフォルダを作成します。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FB69E46-F01A-BB34-869C-BBDB59AF9D9E}"/>
              </a:ext>
            </a:extLst>
          </p:cNvPr>
          <p:cNvSpPr/>
          <p:nvPr/>
        </p:nvSpPr>
        <p:spPr>
          <a:xfrm>
            <a:off x="1487576" y="6279011"/>
            <a:ext cx="1366464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852372B-7116-5BE1-5319-FDBE900B685A}"/>
              </a:ext>
            </a:extLst>
          </p:cNvPr>
          <p:cNvCxnSpPr>
            <a:cxnSpLocks/>
          </p:cNvCxnSpPr>
          <p:nvPr/>
        </p:nvCxnSpPr>
        <p:spPr>
          <a:xfrm>
            <a:off x="1625600" y="1773460"/>
            <a:ext cx="0" cy="442414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B43120-7FAD-2BC9-2ED7-1804D1B85FB4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mkdir</a:t>
            </a:r>
            <a:r>
              <a:rPr kumimoji="1" lang="en-US" altLang="ja-JP" sz="2000" dirty="0"/>
              <a:t> common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D59F9F-B053-F018-90C6-F8FD4B63B787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4547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FEAC-239E-5CEE-CF4A-9FBB52CF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003B234-AC7C-17EE-88BE-2B956917102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952" y="2015669"/>
            <a:ext cx="7945805" cy="447530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2E2B38-8C92-1812-B226-66A582C1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874C88-5CEE-426D-FF72-DF650AE3605C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452AF34-46E1-D7EB-70D2-84F574D4C935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作成したフォルダを確認します。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52B9E2E-C758-3E9E-5D66-895E1928F22B}"/>
              </a:ext>
            </a:extLst>
          </p:cNvPr>
          <p:cNvSpPr/>
          <p:nvPr/>
        </p:nvSpPr>
        <p:spPr>
          <a:xfrm>
            <a:off x="259135" y="5185436"/>
            <a:ext cx="3149079" cy="46722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844FD6E-D1A7-4792-3CC6-5B9C063FA5D7}"/>
              </a:ext>
            </a:extLst>
          </p:cNvPr>
          <p:cNvCxnSpPr>
            <a:cxnSpLocks/>
          </p:cNvCxnSpPr>
          <p:nvPr/>
        </p:nvCxnSpPr>
        <p:spPr>
          <a:xfrm>
            <a:off x="692727" y="1773460"/>
            <a:ext cx="932873" cy="331108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3B3D728-C36A-982B-0C6E-D57871A4D2F3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ls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-l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AF4E71-2E18-9249-BB45-D39A5845A937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344887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9AF3-E785-16A9-463E-8B5078A5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8C4446AF-42EF-FA42-D2A8-3038B79828A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341" y="2183596"/>
            <a:ext cx="7942821" cy="447362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9DA80C-7A76-7E78-0032-D83AFFEE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57E568-3C24-47A0-408D-E5C512075654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FD87BE3-1015-2349-26FD-15F16A3EA0F0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smb.conf</a:t>
            </a:r>
            <a:r>
              <a:rPr kumimoji="1" lang="ja-JP" altLang="en-US" sz="2000" dirty="0"/>
              <a:t>ファイルを準備します。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8C31C25-DF0E-A098-7DDB-DE0D5F9D0347}"/>
              </a:ext>
            </a:extLst>
          </p:cNvPr>
          <p:cNvSpPr/>
          <p:nvPr/>
        </p:nvSpPr>
        <p:spPr>
          <a:xfrm>
            <a:off x="1385977" y="5891470"/>
            <a:ext cx="4728497" cy="20452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A238E07-36C6-3DD3-5AA9-B56AFC54059D}"/>
              </a:ext>
            </a:extLst>
          </p:cNvPr>
          <p:cNvCxnSpPr>
            <a:cxnSpLocks/>
          </p:cNvCxnSpPr>
          <p:nvPr/>
        </p:nvCxnSpPr>
        <p:spPr>
          <a:xfrm>
            <a:off x="1080656" y="1731581"/>
            <a:ext cx="628073" cy="408732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B5FD137-2ABC-FDBE-D9EC-285CF18B778E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curl -o smb.conf https://tarosay.github.io/raspi-zero-notes/smb.conf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45CE73-2733-1751-D201-19081611278C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4A37075-6F34-9F84-AF4F-31291AE79AF1}"/>
              </a:ext>
            </a:extLst>
          </p:cNvPr>
          <p:cNvSpPr txBox="1"/>
          <p:nvPr/>
        </p:nvSpPr>
        <p:spPr>
          <a:xfrm>
            <a:off x="1385977" y="1772264"/>
            <a:ext cx="6742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curl</a:t>
            </a:r>
            <a:r>
              <a:rPr kumimoji="1" lang="ja-JP" altLang="en-US" sz="2000" dirty="0"/>
              <a:t>コマンドを使って、</a:t>
            </a:r>
            <a:r>
              <a:rPr kumimoji="1" lang="en-US" altLang="ja-JP" sz="2000" dirty="0" err="1"/>
              <a:t>smb.conf</a:t>
            </a:r>
            <a:r>
              <a:rPr kumimoji="1" lang="ja-JP" altLang="en-US" sz="2000" dirty="0"/>
              <a:t> を取得します。</a:t>
            </a:r>
          </a:p>
        </p:txBody>
      </p:sp>
    </p:spTree>
    <p:extLst>
      <p:ext uri="{BB962C8B-B14F-4D97-AF65-F5344CB8AC3E}">
        <p14:creationId xmlns:p14="http://schemas.microsoft.com/office/powerpoint/2010/main" val="463255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A0C00-DF00-57C8-563C-66AF6B34A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291B122-A513-4CE3-F93E-FBE6288DACD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340" y="2191286"/>
            <a:ext cx="7942821" cy="4473624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E639754-865D-0869-AB09-68C727DC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54EA22-E2AB-D314-57AC-6EF857697C2D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628BB21-3AF0-4817-7127-174DCC3257B1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smb.conf</a:t>
            </a:r>
            <a:r>
              <a:rPr kumimoji="1" lang="ja-JP" altLang="en-US" sz="2000" dirty="0"/>
              <a:t>ファイルを </a:t>
            </a:r>
            <a:r>
              <a:rPr kumimoji="1" lang="en-US" altLang="ja-JP" sz="2000" dirty="0"/>
              <a:t>/</a:t>
            </a:r>
            <a:r>
              <a:rPr kumimoji="1" lang="en-US" altLang="ja-JP" sz="2000" dirty="0" err="1"/>
              <a:t>etc</a:t>
            </a:r>
            <a:r>
              <a:rPr kumimoji="1" lang="en-US" altLang="ja-JP" sz="2000" dirty="0"/>
              <a:t>/samba/ </a:t>
            </a:r>
            <a:r>
              <a:rPr kumimoji="1" lang="ja-JP" altLang="en-US" sz="2000" dirty="0"/>
              <a:t>にコピーします。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55173B2-3B7F-9B12-55EE-CE3A67616C55}"/>
              </a:ext>
            </a:extLst>
          </p:cNvPr>
          <p:cNvSpPr/>
          <p:nvPr/>
        </p:nvSpPr>
        <p:spPr>
          <a:xfrm>
            <a:off x="1542996" y="6305349"/>
            <a:ext cx="2502532" cy="20452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29A0665-68CD-94A0-8B75-7A94E93E0C1D}"/>
              </a:ext>
            </a:extLst>
          </p:cNvPr>
          <p:cNvCxnSpPr>
            <a:cxnSpLocks/>
          </p:cNvCxnSpPr>
          <p:nvPr/>
        </p:nvCxnSpPr>
        <p:spPr>
          <a:xfrm>
            <a:off x="1080656" y="1731581"/>
            <a:ext cx="757380" cy="447362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C312BA0-5008-505A-DB8D-997F06142B16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sudo cp smb.conf /etc/samba/smb.conf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5126060-D833-3737-08FE-55C6E5CE0106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288889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60975-6EFE-1CCF-FFE1-B26F6272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3F16E2D-0414-2F72-AB59-08BC3F9417B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874" y="2191287"/>
            <a:ext cx="7966288" cy="448684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89B300-C5F3-6E33-DF43-CD32D6AA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F28B8E6-A134-E92E-F023-1F50B7C1BB5F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9A76E46-99C9-EC7A-70CC-A195692C4F3C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samba</a:t>
            </a:r>
            <a:r>
              <a:rPr kumimoji="1" lang="ja-JP" altLang="en-US" sz="2000" dirty="0"/>
              <a:t>を 動かしてみます。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CED4146-5838-C623-56BB-E6D0254B07CF}"/>
              </a:ext>
            </a:extLst>
          </p:cNvPr>
          <p:cNvSpPr/>
          <p:nvPr/>
        </p:nvSpPr>
        <p:spPr>
          <a:xfrm>
            <a:off x="1542996" y="6305349"/>
            <a:ext cx="2502532" cy="20452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06F8536-E6B2-A981-9238-7F004F739FAA}"/>
              </a:ext>
            </a:extLst>
          </p:cNvPr>
          <p:cNvCxnSpPr>
            <a:cxnSpLocks/>
          </p:cNvCxnSpPr>
          <p:nvPr/>
        </p:nvCxnSpPr>
        <p:spPr>
          <a:xfrm>
            <a:off x="1080656" y="1731581"/>
            <a:ext cx="757380" cy="447362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E152D06-3ABA-A79F-0C58-1CD30F7BD615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sudo systemctl restart smbd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076377C-C73B-4D24-429F-19DE8B2D6F53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4043178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5D59-3375-7A78-4E13-9517D337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15A9F8C-AFD0-6450-73BA-456939ECAE3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283" y="2177959"/>
            <a:ext cx="7966288" cy="448684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EAAE4B-6919-237B-F116-BD31E226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51A985-3B07-4A10-FDEA-43584C068E4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DD907DF-3BC6-AAF1-54FF-98569F024919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共有フォルダをユーザ名 </a:t>
            </a:r>
            <a:r>
              <a:rPr kumimoji="1" lang="en-US" altLang="ja-JP" sz="2000" dirty="0"/>
              <a:t>pi</a:t>
            </a:r>
            <a:r>
              <a:rPr kumimoji="1" lang="ja-JP" altLang="en-US" sz="2000" dirty="0"/>
              <a:t> のパスワードを設定します。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4187D28-FC81-910D-7BBD-D994C73634EA}"/>
              </a:ext>
            </a:extLst>
          </p:cNvPr>
          <p:cNvSpPr/>
          <p:nvPr/>
        </p:nvSpPr>
        <p:spPr>
          <a:xfrm>
            <a:off x="1542996" y="5914431"/>
            <a:ext cx="1505004" cy="20452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C94AF75-7C68-9178-E0A7-EE24D17FFB09}"/>
              </a:ext>
            </a:extLst>
          </p:cNvPr>
          <p:cNvCxnSpPr>
            <a:cxnSpLocks/>
          </p:cNvCxnSpPr>
          <p:nvPr/>
        </p:nvCxnSpPr>
        <p:spPr>
          <a:xfrm>
            <a:off x="1080656" y="1731581"/>
            <a:ext cx="757380" cy="407351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FC431B4-2CEE-22EC-2BA3-D24B3A7C9655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sudo smbpasswd -a pi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987563-E55D-21A6-C59E-6E27E1321324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A0828D-F953-E4A1-1E7E-678E3865A9E7}"/>
              </a:ext>
            </a:extLst>
          </p:cNvPr>
          <p:cNvSpPr txBox="1"/>
          <p:nvPr/>
        </p:nvSpPr>
        <p:spPr>
          <a:xfrm>
            <a:off x="1652973" y="1711445"/>
            <a:ext cx="5569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パスワードは、</a:t>
            </a:r>
            <a:r>
              <a:rPr kumimoji="1" lang="en-US" altLang="ja-JP" sz="2000" dirty="0"/>
              <a:t>raspberry</a:t>
            </a:r>
            <a:r>
              <a:rPr kumimoji="1" lang="ja-JP" altLang="en-US" sz="2000" dirty="0"/>
              <a:t> にしました。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1046701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88C5-EA12-4E1E-AFBE-EE0D3434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B4A85F3-39C0-36A5-BDCD-AB6AB7439BE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283" y="1869508"/>
            <a:ext cx="7966288" cy="448684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0C4C486-2E99-4A08-B707-5479A82B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599DBF-EB05-56BE-380A-6A5641D6C7FC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DB6BB50-5D0A-6843-A9C2-A35D9F649165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電源オンで、</a:t>
            </a:r>
            <a:r>
              <a:rPr kumimoji="1" lang="en-US" altLang="ja-JP" sz="2000" dirty="0"/>
              <a:t>samba</a:t>
            </a:r>
            <a:r>
              <a:rPr kumimoji="1" lang="ja-JP" altLang="en-US" sz="2000" dirty="0"/>
              <a:t>が起動するように設定します。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25CDC1D-9B42-6AFD-A8B7-7BF918084904}"/>
              </a:ext>
            </a:extLst>
          </p:cNvPr>
          <p:cNvSpPr/>
          <p:nvPr/>
        </p:nvSpPr>
        <p:spPr>
          <a:xfrm>
            <a:off x="1441395" y="5729591"/>
            <a:ext cx="1939113" cy="20452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8EE4DBD-83F3-2629-9704-F161A67D2624}"/>
              </a:ext>
            </a:extLst>
          </p:cNvPr>
          <p:cNvCxnSpPr>
            <a:cxnSpLocks/>
          </p:cNvCxnSpPr>
          <p:nvPr/>
        </p:nvCxnSpPr>
        <p:spPr>
          <a:xfrm>
            <a:off x="1274618" y="1713674"/>
            <a:ext cx="628073" cy="393898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FE38A87-745F-B706-3921-E0F7B3B50627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sudo systemctl enable smbd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514FB0-13EB-BE0F-A872-C7AD78F61C8E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3669870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CCA5-E91D-9492-9726-9E80CA13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178F65-0CC4-3CBD-C0EF-B8B94050F598}"/>
              </a:ext>
            </a:extLst>
          </p:cNvPr>
          <p:cNvSpPr txBox="1"/>
          <p:nvPr/>
        </p:nvSpPr>
        <p:spPr>
          <a:xfrm>
            <a:off x="2508770" y="2267527"/>
            <a:ext cx="41264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共有フォルダの確認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903D765-8DCD-AABE-EE54-47A7CD47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94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06EB-696D-3A8F-4C84-983B6AC6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DE7A928-8589-1FD5-EC35-40D655AA166D}"/>
              </a:ext>
            </a:extLst>
          </p:cNvPr>
          <p:cNvSpPr txBox="1"/>
          <p:nvPr/>
        </p:nvSpPr>
        <p:spPr>
          <a:xfrm>
            <a:off x="822036" y="4504074"/>
            <a:ext cx="4193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ユーザ名</a:t>
            </a:r>
            <a:r>
              <a:rPr kumimoji="1" lang="en-US" altLang="ja-JP" sz="2000" dirty="0"/>
              <a:t>: pi</a:t>
            </a:r>
          </a:p>
          <a:p>
            <a:pPr algn="ctr"/>
            <a:r>
              <a:rPr kumimoji="1" lang="ja-JP" altLang="en-US" sz="2000" dirty="0"/>
              <a:t>パスワード</a:t>
            </a:r>
            <a:r>
              <a:rPr kumimoji="1" lang="en-US" altLang="ja-JP" sz="2000" dirty="0"/>
              <a:t>: raspberry</a:t>
            </a:r>
          </a:p>
          <a:p>
            <a:pPr algn="ctr"/>
            <a:r>
              <a:rPr kumimoji="1" lang="ja-JP" altLang="en-US" sz="2000" dirty="0"/>
              <a:t>視覚情報を記憶するにチェック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D8F65C2-96E1-DBA3-1EBC-798485059F5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54" y="1636738"/>
            <a:ext cx="8506691" cy="1756274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B139AE-72AE-0DA4-388F-86935D8F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F6AFC77-C795-A618-7BDD-C62E6D6F177B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共有フォルダの確認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4041006-4EE4-1401-129E-7D7F78F09292}"/>
              </a:ext>
            </a:extLst>
          </p:cNvPr>
          <p:cNvSpPr txBox="1"/>
          <p:nvPr/>
        </p:nvSpPr>
        <p:spPr>
          <a:xfrm>
            <a:off x="420255" y="770630"/>
            <a:ext cx="8266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エクスプローラのアドレス欄に </a:t>
            </a:r>
            <a:r>
              <a:rPr kumimoji="1" lang="en-US" altLang="ja-JP" sz="2000" dirty="0"/>
              <a:t>\\raspizero2w </a:t>
            </a:r>
            <a:r>
              <a:rPr kumimoji="1" lang="ja-JP" altLang="en-US" sz="2000" dirty="0"/>
              <a:t>と入力します。</a:t>
            </a:r>
          </a:p>
          <a:p>
            <a:r>
              <a:rPr kumimoji="1" lang="ja-JP" altLang="en-US" sz="2000" dirty="0"/>
              <a:t>または、</a:t>
            </a:r>
            <a:r>
              <a:rPr kumimoji="1" lang="en-US" altLang="ja-JP" sz="2000" dirty="0"/>
              <a:t>\\IP</a:t>
            </a:r>
            <a:r>
              <a:rPr kumimoji="1" lang="ja-JP" altLang="en-US" sz="2000" dirty="0"/>
              <a:t>アドレス 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FDCD01A-FE7C-ACF0-F691-E27A41B69BA9}"/>
              </a:ext>
            </a:extLst>
          </p:cNvPr>
          <p:cNvSpPr/>
          <p:nvPr/>
        </p:nvSpPr>
        <p:spPr>
          <a:xfrm>
            <a:off x="660662" y="2004544"/>
            <a:ext cx="1939113" cy="73865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746A0AE-DA44-2E15-66FF-0BE4E98F426C}"/>
              </a:ext>
            </a:extLst>
          </p:cNvPr>
          <p:cNvCxnSpPr>
            <a:cxnSpLocks/>
          </p:cNvCxnSpPr>
          <p:nvPr/>
        </p:nvCxnSpPr>
        <p:spPr>
          <a:xfrm flipH="1">
            <a:off x="2599775" y="1124573"/>
            <a:ext cx="1787497" cy="87997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図 4">
            <a:extLst>
              <a:ext uri="{FF2B5EF4-FFF2-40B4-BE49-F238E27FC236}">
                <a16:creationId xmlns:a16="http://schemas.microsoft.com/office/drawing/2014/main" id="{9108B752-2EC8-7A71-19CB-01BD29F7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370" y="1420038"/>
            <a:ext cx="4391638" cy="4477375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984C32-F3C9-D39E-3505-F7DFEEF09170}"/>
              </a:ext>
            </a:extLst>
          </p:cNvPr>
          <p:cNvSpPr txBox="1"/>
          <p:nvPr/>
        </p:nvSpPr>
        <p:spPr>
          <a:xfrm>
            <a:off x="216938" y="3518165"/>
            <a:ext cx="3828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しばらく待つと、「ネットワーク資格情報の入力」ダイアログが出ます。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EFBCC48-D91F-65DA-6646-F3F8DEB2B56B}"/>
              </a:ext>
            </a:extLst>
          </p:cNvPr>
          <p:cNvSpPr/>
          <p:nvPr/>
        </p:nvSpPr>
        <p:spPr>
          <a:xfrm>
            <a:off x="4808096" y="3831108"/>
            <a:ext cx="1820279" cy="34311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2222807C-6DFF-F921-B6EE-D84DC68BC718}"/>
              </a:ext>
            </a:extLst>
          </p:cNvPr>
          <p:cNvCxnSpPr>
            <a:cxnSpLocks/>
          </p:cNvCxnSpPr>
          <p:nvPr/>
        </p:nvCxnSpPr>
        <p:spPr>
          <a:xfrm flipV="1">
            <a:off x="3636912" y="3111006"/>
            <a:ext cx="1254198" cy="1534885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0794D8CE-0B06-9DCF-79F6-72207F8687D7}"/>
              </a:ext>
            </a:extLst>
          </p:cNvPr>
          <p:cNvCxnSpPr>
            <a:cxnSpLocks/>
          </p:cNvCxnSpPr>
          <p:nvPr/>
        </p:nvCxnSpPr>
        <p:spPr>
          <a:xfrm flipV="1">
            <a:off x="3828437" y="3658725"/>
            <a:ext cx="1007368" cy="121673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E1A473E-CBBD-B152-2DF2-4B3AA9A92788}"/>
              </a:ext>
            </a:extLst>
          </p:cNvPr>
          <p:cNvCxnSpPr>
            <a:cxnSpLocks/>
          </p:cNvCxnSpPr>
          <p:nvPr/>
        </p:nvCxnSpPr>
        <p:spPr>
          <a:xfrm flipV="1">
            <a:off x="4237315" y="4224437"/>
            <a:ext cx="514736" cy="98087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974C0BE-64EB-F7A0-51A2-D81C89846ADB}"/>
              </a:ext>
            </a:extLst>
          </p:cNvPr>
          <p:cNvSpPr txBox="1"/>
          <p:nvPr/>
        </p:nvSpPr>
        <p:spPr>
          <a:xfrm>
            <a:off x="239994" y="5945896"/>
            <a:ext cx="7112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上手く開かない場合は、もう一度、</a:t>
            </a:r>
            <a:r>
              <a:rPr kumimoji="1" lang="en-US" altLang="ja-JP" sz="2000" dirty="0">
                <a:solidFill>
                  <a:srgbClr val="FF0000"/>
                </a:solidFill>
              </a:rPr>
              <a:t> 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sudo</a:t>
            </a:r>
            <a:r>
              <a:rPr kumimoji="1" lang="en-US" altLang="ja-JP" sz="2000" dirty="0">
                <a:solidFill>
                  <a:srgbClr val="FF0000"/>
                </a:solidFill>
              </a:rPr>
              <a:t> 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systemctl</a:t>
            </a:r>
            <a:r>
              <a:rPr kumimoji="1" lang="en-US" altLang="ja-JP" sz="2000" dirty="0">
                <a:solidFill>
                  <a:srgbClr val="FF0000"/>
                </a:solidFill>
              </a:rPr>
              <a:t> restart 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smbd</a:t>
            </a:r>
            <a:br>
              <a:rPr kumimoji="1" lang="en-US" altLang="ja-JP" sz="2000" dirty="0">
                <a:solidFill>
                  <a:srgbClr val="FF0000"/>
                </a:solidFill>
              </a:rPr>
            </a:br>
            <a:r>
              <a:rPr kumimoji="1" lang="ja-JP" altLang="en-US" sz="2000" dirty="0">
                <a:solidFill>
                  <a:srgbClr val="FF0000"/>
                </a:solidFill>
              </a:rPr>
              <a:t>を試みてください。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100185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17BD-417E-CA56-DD6E-808F738D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9E6331F-58FD-F744-BA51-8CE4641977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003" y="3889452"/>
            <a:ext cx="7375237" cy="2832023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CB704F4-7650-D91A-5F9E-4ACABF7113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23250" y="1189329"/>
            <a:ext cx="4865010" cy="223412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66F583-8097-C8BC-88F2-BFB00E41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6EDD09-AF1F-18D6-0436-9BD2F3887C7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共有フォルダの確認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FE9E4C2-3B92-1708-EF56-7574AE2974B5}"/>
              </a:ext>
            </a:extLst>
          </p:cNvPr>
          <p:cNvSpPr txBox="1"/>
          <p:nvPr/>
        </p:nvSpPr>
        <p:spPr>
          <a:xfrm>
            <a:off x="420255" y="770630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共有フォルダ </a:t>
            </a:r>
            <a:r>
              <a:rPr kumimoji="1" lang="en-US" altLang="ja-JP" sz="2000" dirty="0"/>
              <a:t>common</a:t>
            </a:r>
            <a:r>
              <a:rPr kumimoji="1" lang="ja-JP" altLang="en-US" sz="2000" dirty="0"/>
              <a:t> が出てきます。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CF4056F-6198-B209-0BBF-8F3327763FB4}"/>
              </a:ext>
            </a:extLst>
          </p:cNvPr>
          <p:cNvSpPr/>
          <p:nvPr/>
        </p:nvSpPr>
        <p:spPr>
          <a:xfrm>
            <a:off x="2348287" y="2696023"/>
            <a:ext cx="1274618" cy="51922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A871F36-665B-47D5-6D02-EA9BA201C2E8}"/>
              </a:ext>
            </a:extLst>
          </p:cNvPr>
          <p:cNvCxnSpPr>
            <a:cxnSpLocks/>
          </p:cNvCxnSpPr>
          <p:nvPr/>
        </p:nvCxnSpPr>
        <p:spPr>
          <a:xfrm>
            <a:off x="2364509" y="1118634"/>
            <a:ext cx="378691" cy="150916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D34E22-922C-7277-6504-A99633E0BC49}"/>
              </a:ext>
            </a:extLst>
          </p:cNvPr>
          <p:cNvSpPr txBox="1"/>
          <p:nvPr/>
        </p:nvSpPr>
        <p:spPr>
          <a:xfrm>
            <a:off x="572655" y="349168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開いても中身は、空です。</a:t>
            </a:r>
          </a:p>
        </p:txBody>
      </p:sp>
    </p:spTree>
    <p:extLst>
      <p:ext uri="{BB962C8B-B14F-4D97-AF65-F5344CB8AC3E}">
        <p14:creationId xmlns:p14="http://schemas.microsoft.com/office/powerpoint/2010/main" val="2513005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4211-5E6D-73B6-4516-763018E3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4C9DAF4-C7A8-4946-52B8-7568843063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0255" y="4278451"/>
            <a:ext cx="7869382" cy="23364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19CD319-B1B4-38EA-5A16-5783C7EA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85" y="1170296"/>
            <a:ext cx="7097115" cy="2572109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CCE1F07-5E56-5E38-CC28-E32BBAD6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409474-CFC2-9E2B-6EBB-23B8D00EE4F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共有フォルダの確認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530C9D4-9F2A-C1E6-C218-C5F7F8B90AF0}"/>
              </a:ext>
            </a:extLst>
          </p:cNvPr>
          <p:cNvSpPr txBox="1"/>
          <p:nvPr/>
        </p:nvSpPr>
        <p:spPr>
          <a:xfrm>
            <a:off x="420255" y="770630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Windows</a:t>
            </a:r>
            <a:r>
              <a:rPr kumimoji="1" lang="ja-JP" altLang="en-US" sz="2000" dirty="0"/>
              <a:t>でファイルを作ってみます。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DB73343-AED7-4FEE-1F7E-B9053578C845}"/>
              </a:ext>
            </a:extLst>
          </p:cNvPr>
          <p:cNvSpPr/>
          <p:nvPr/>
        </p:nvSpPr>
        <p:spPr>
          <a:xfrm>
            <a:off x="323273" y="5991978"/>
            <a:ext cx="4488871" cy="51922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3C7C68B-B5F4-43FD-5784-AEBF1672B8E0}"/>
              </a:ext>
            </a:extLst>
          </p:cNvPr>
          <p:cNvCxnSpPr>
            <a:cxnSpLocks/>
          </p:cNvCxnSpPr>
          <p:nvPr/>
        </p:nvCxnSpPr>
        <p:spPr>
          <a:xfrm>
            <a:off x="2364509" y="1118634"/>
            <a:ext cx="0" cy="157525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20D216-0C3D-C802-F45C-E93C4ADFA4D8}"/>
              </a:ext>
            </a:extLst>
          </p:cNvPr>
          <p:cNvSpPr txBox="1"/>
          <p:nvPr/>
        </p:nvSpPr>
        <p:spPr>
          <a:xfrm>
            <a:off x="354570" y="3771789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ラズパイで、</a:t>
            </a:r>
            <a:r>
              <a:rPr kumimoji="1" lang="en-US" altLang="ja-JP" sz="2000" dirty="0"/>
              <a:t>ls -l common/ </a:t>
            </a:r>
            <a:r>
              <a:rPr kumimoji="1" lang="ja-JP" altLang="en-US" sz="2000" dirty="0"/>
              <a:t>としてフォルダを確認します。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716444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007F-9FED-642E-785C-01AE0EC1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160D0C-EE3F-9B7A-1AF9-3B16687B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FC6C17-FB3F-7C1C-1DD8-549CCB6741A0}"/>
              </a:ext>
            </a:extLst>
          </p:cNvPr>
          <p:cNvSpPr txBox="1"/>
          <p:nvPr/>
        </p:nvSpPr>
        <p:spPr>
          <a:xfrm>
            <a:off x="868055" y="2262893"/>
            <a:ext cx="7407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/>
              <a:t>ラズパイのシステム終了</a:t>
            </a:r>
          </a:p>
        </p:txBody>
      </p:sp>
    </p:spTree>
    <p:extLst>
      <p:ext uri="{BB962C8B-B14F-4D97-AF65-F5344CB8AC3E}">
        <p14:creationId xmlns:p14="http://schemas.microsoft.com/office/powerpoint/2010/main" val="776481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811C3-A0AF-FAFD-41F3-7494A199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2E3841C-7C31-4A7F-3893-F214EA62913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0995E24-01B7-5B39-469A-B8BC4DAE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A6A7CE-9B62-3E0A-9AEA-FC024AFBCE4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ラズパイの仕様の確認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B09BF77-53DC-403D-6D58-EC9590BB22F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037D864-8434-B239-4376-D155D48AB0B3}"/>
              </a:ext>
            </a:extLst>
          </p:cNvPr>
          <p:cNvSpPr/>
          <p:nvPr/>
        </p:nvSpPr>
        <p:spPr>
          <a:xfrm>
            <a:off x="1487872" y="4374479"/>
            <a:ext cx="1606310" cy="19752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8CCD0C2-C7B6-5047-EBA9-10EB5047EF25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720436" cy="281605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46A0E89-3168-EC2A-BAFF-432B4A3AEC6E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shutdown -h now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17BE90-D1A1-CAE8-D4B8-4A24B94A97B7}"/>
              </a:ext>
            </a:extLst>
          </p:cNvPr>
          <p:cNvSpPr txBox="1"/>
          <p:nvPr/>
        </p:nvSpPr>
        <p:spPr>
          <a:xfrm>
            <a:off x="1570700" y="1506886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終了すると、ラズパイ</a:t>
            </a:r>
            <a:r>
              <a:rPr kumimoji="1" lang="en-US" altLang="ja-JP" sz="2000" dirty="0"/>
              <a:t>ZERO 2 W</a:t>
            </a:r>
            <a:r>
              <a:rPr kumimoji="1" lang="ja-JP" altLang="en-US" sz="2000" dirty="0"/>
              <a:t> の緑の</a:t>
            </a:r>
            <a:r>
              <a:rPr kumimoji="1" lang="en-US" altLang="ja-JP" sz="2000" dirty="0"/>
              <a:t>LED</a:t>
            </a:r>
            <a:r>
              <a:rPr kumimoji="1" lang="ja-JP" altLang="en-US" sz="2000" dirty="0"/>
              <a:t>が消えます。</a:t>
            </a:r>
          </a:p>
        </p:txBody>
      </p:sp>
    </p:spTree>
    <p:extLst>
      <p:ext uri="{BB962C8B-B14F-4D97-AF65-F5344CB8AC3E}">
        <p14:creationId xmlns:p14="http://schemas.microsoft.com/office/powerpoint/2010/main" val="3696537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3986</TotalTime>
  <Words>518</Words>
  <Application>Microsoft Office PowerPoint</Application>
  <PresentationFormat>画面に合わせる (4:3)</PresentationFormat>
  <Paragraphs>93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山本三七男</dc:creator>
  <cp:keywords/>
  <dc:description>generated using python-pptx</dc:description>
  <cp:lastModifiedBy>三七男 山本</cp:lastModifiedBy>
  <cp:revision>223</cp:revision>
  <dcterms:created xsi:type="dcterms:W3CDTF">2013-01-27T09:14:16Z</dcterms:created>
  <dcterms:modified xsi:type="dcterms:W3CDTF">2025-10-27T17:17:20Z</dcterms:modified>
  <cp:category/>
</cp:coreProperties>
</file>